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68" r:id="rId3"/>
    <p:sldId id="310" r:id="rId4"/>
    <p:sldId id="309" r:id="rId5"/>
    <p:sldId id="308" r:id="rId6"/>
    <p:sldId id="307" r:id="rId7"/>
    <p:sldId id="306" r:id="rId8"/>
    <p:sldId id="305" r:id="rId9"/>
    <p:sldId id="304" r:id="rId10"/>
    <p:sldId id="303" r:id="rId11"/>
    <p:sldId id="302" r:id="rId12"/>
    <p:sldId id="312" r:id="rId13"/>
    <p:sldId id="316" r:id="rId14"/>
    <p:sldId id="317" r:id="rId15"/>
    <p:sldId id="319" r:id="rId16"/>
    <p:sldId id="298" r:id="rId17"/>
    <p:sldId id="300" r:id="rId18"/>
    <p:sldId id="301" r:id="rId19"/>
    <p:sldId id="297" r:id="rId20"/>
    <p:sldId id="315" r:id="rId21"/>
    <p:sldId id="313" r:id="rId22"/>
    <p:sldId id="295" r:id="rId23"/>
    <p:sldId id="296" r:id="rId24"/>
    <p:sldId id="314" r:id="rId25"/>
    <p:sldId id="31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37E2C-2ACF-4B9E-ADAE-4F878D77ACC2}" v="9" dt="2025-05-12T12:54:01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42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ho seo" userId="3299743facced0b6" providerId="LiveId" clId="{0C837E2C-2ACF-4B9E-ADAE-4F878D77ACC2}"/>
    <pc:docChg chg="undo custSel modSld">
      <pc:chgData name="jaeho seo" userId="3299743facced0b6" providerId="LiveId" clId="{0C837E2C-2ACF-4B9E-ADAE-4F878D77ACC2}" dt="2025-05-12T13:07:54.751" v="1283" actId="20577"/>
      <pc:docMkLst>
        <pc:docMk/>
      </pc:docMkLst>
      <pc:sldChg chg="delSp mod">
        <pc:chgData name="jaeho seo" userId="3299743facced0b6" providerId="LiveId" clId="{0C837E2C-2ACF-4B9E-ADAE-4F878D77ACC2}" dt="2025-05-12T10:46:30.602" v="0" actId="21"/>
        <pc:sldMkLst>
          <pc:docMk/>
          <pc:sldMk cId="3520661572" sldId="258"/>
        </pc:sldMkLst>
        <pc:spChg chg="del">
          <ac:chgData name="jaeho seo" userId="3299743facced0b6" providerId="LiveId" clId="{0C837E2C-2ACF-4B9E-ADAE-4F878D77ACC2}" dt="2025-05-12T10:46:30.602" v="0" actId="21"/>
          <ac:spMkLst>
            <pc:docMk/>
            <pc:sldMk cId="3520661572" sldId="258"/>
            <ac:spMk id="6" creationId="{00000000-0000-0000-0000-000000000000}"/>
          </ac:spMkLst>
        </pc:spChg>
      </pc:sldChg>
      <pc:sldChg chg="addSp delSp modSp mod">
        <pc:chgData name="jaeho seo" userId="3299743facced0b6" providerId="LiveId" clId="{0C837E2C-2ACF-4B9E-ADAE-4F878D77ACC2}" dt="2025-05-12T13:07:54.751" v="1283" actId="20577"/>
        <pc:sldMkLst>
          <pc:docMk/>
          <pc:sldMk cId="1722626142" sldId="295"/>
        </pc:sldMkLst>
        <pc:spChg chg="del">
          <ac:chgData name="jaeho seo" userId="3299743facced0b6" providerId="LiveId" clId="{0C837E2C-2ACF-4B9E-ADAE-4F878D77ACC2}" dt="2025-05-12T12:50:20.737" v="1"/>
          <ac:spMkLst>
            <pc:docMk/>
            <pc:sldMk cId="1722626142" sldId="295"/>
            <ac:spMk id="7" creationId="{B923B885-614B-6320-DA79-28B7007B9624}"/>
          </ac:spMkLst>
        </pc:spChg>
        <pc:spChg chg="add del mod">
          <ac:chgData name="jaeho seo" userId="3299743facced0b6" providerId="LiveId" clId="{0C837E2C-2ACF-4B9E-ADAE-4F878D77ACC2}" dt="2025-05-12T12:51:36.144" v="31" actId="21"/>
          <ac:spMkLst>
            <pc:docMk/>
            <pc:sldMk cId="1722626142" sldId="295"/>
            <ac:spMk id="9" creationId="{F1B66D26-9025-A15C-4FA5-5327E8D545EF}"/>
          </ac:spMkLst>
        </pc:spChg>
        <pc:spChg chg="add mod">
          <ac:chgData name="jaeho seo" userId="3299743facced0b6" providerId="LiveId" clId="{0C837E2C-2ACF-4B9E-ADAE-4F878D77ACC2}" dt="2025-05-12T13:07:54.751" v="1283" actId="20577"/>
          <ac:spMkLst>
            <pc:docMk/>
            <pc:sldMk cId="1722626142" sldId="295"/>
            <ac:spMk id="10" creationId="{21BA3DE0-D77A-D6B2-A56A-ADDC16C13A33}"/>
          </ac:spMkLst>
        </pc:spChg>
        <pc:graphicFrameChg chg="add mod modGraphic">
          <ac:chgData name="jaeho seo" userId="3299743facced0b6" providerId="LiveId" clId="{0C837E2C-2ACF-4B9E-ADAE-4F878D77ACC2}" dt="2025-05-12T12:55:51.451" v="117" actId="14100"/>
          <ac:graphicFrameMkLst>
            <pc:docMk/>
            <pc:sldMk cId="1722626142" sldId="295"/>
            <ac:graphicFrameMk id="8" creationId="{312E7C8F-38D5-7B8E-F9D7-9579C4F6EE4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07BFC-72DA-481F-83B9-66915BC3660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AC8D3-3391-4266-962F-325C3FD32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8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AC8D3-3391-4266-962F-325C3FD32E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830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21781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11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2496000" y="4720903"/>
            <a:ext cx="7200000" cy="98854"/>
          </a:xfrm>
          <a:prstGeom prst="rect">
            <a:avLst/>
          </a:prstGeom>
          <a:solidFill>
            <a:srgbClr val="0055A5"/>
          </a:solidFill>
          <a:ln>
            <a:solidFill>
              <a:srgbClr val="005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3762777"/>
            <a:ext cx="10515599" cy="10048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pic>
        <p:nvPicPr>
          <p:cNvPr id="3" name="그림 2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8130529A-2697-F916-E63A-0E4FBB0E42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8439189" y="-94712"/>
            <a:ext cx="3121028" cy="29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21781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11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2496000" y="3864289"/>
            <a:ext cx="7200000" cy="98854"/>
          </a:xfrm>
          <a:prstGeom prst="rect">
            <a:avLst/>
          </a:prstGeom>
          <a:solidFill>
            <a:srgbClr val="0055A5"/>
          </a:solidFill>
          <a:ln>
            <a:solidFill>
              <a:srgbClr val="005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78829A35-D2D0-6E7D-96C3-D140F7C9A2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8439189" y="-94712"/>
            <a:ext cx="3121028" cy="29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00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2025-05-29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0" y="654908"/>
            <a:ext cx="12192000" cy="98854"/>
          </a:xfrm>
          <a:prstGeom prst="rect">
            <a:avLst/>
          </a:prstGeom>
          <a:solidFill>
            <a:srgbClr val="0055A5"/>
          </a:solidFill>
          <a:ln>
            <a:solidFill>
              <a:srgbClr val="005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0" y="0"/>
            <a:ext cx="2434281" cy="654909"/>
            <a:chOff x="0" y="0"/>
            <a:chExt cx="2434281" cy="654909"/>
          </a:xfrm>
          <a:solidFill>
            <a:srgbClr val="0055A5"/>
          </a:solidFill>
        </p:grpSpPr>
        <p:sp>
          <p:nvSpPr>
            <p:cNvPr id="9" name="직사각형 8"/>
            <p:cNvSpPr/>
            <p:nvPr userDrawn="1"/>
          </p:nvSpPr>
          <p:spPr>
            <a:xfrm>
              <a:off x="0" y="1"/>
              <a:ext cx="1816443" cy="654908"/>
            </a:xfrm>
            <a:prstGeom prst="rect">
              <a:avLst/>
            </a:prstGeom>
            <a:grpFill/>
            <a:ln>
              <a:solidFill>
                <a:srgbClr val="005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 userDrawn="1"/>
          </p:nvSpPr>
          <p:spPr>
            <a:xfrm rot="5400000">
              <a:off x="1797908" y="18535"/>
              <a:ext cx="654908" cy="617838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rgbClr val="005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299502" y="64746"/>
            <a:ext cx="1217440" cy="639590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번호</a:t>
            </a: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21659" y="64745"/>
            <a:ext cx="9538536" cy="639590"/>
          </a:xfrm>
        </p:spPr>
        <p:txBody>
          <a:bodyPr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pic>
        <p:nvPicPr>
          <p:cNvPr id="2" name="그림 1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9980F79E-1B6B-2F9B-2504-B68A30F45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10750582" y="-165210"/>
            <a:ext cx="1309613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5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654908"/>
            <a:ext cx="12192000" cy="98854"/>
          </a:xfrm>
          <a:prstGeom prst="rect">
            <a:avLst/>
          </a:prstGeom>
          <a:solidFill>
            <a:srgbClr val="0055A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0" y="0"/>
            <a:ext cx="2434281" cy="654909"/>
            <a:chOff x="0" y="0"/>
            <a:chExt cx="2434281" cy="654909"/>
          </a:xfrm>
          <a:solidFill>
            <a:srgbClr val="0055A5"/>
          </a:solidFill>
        </p:grpSpPr>
        <p:sp>
          <p:nvSpPr>
            <p:cNvPr id="9" name="직사각형 8"/>
            <p:cNvSpPr/>
            <p:nvPr userDrawn="1"/>
          </p:nvSpPr>
          <p:spPr>
            <a:xfrm>
              <a:off x="0" y="1"/>
              <a:ext cx="1816443" cy="654908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 userDrawn="1"/>
          </p:nvSpPr>
          <p:spPr>
            <a:xfrm rot="5400000">
              <a:off x="1797908" y="18535"/>
              <a:ext cx="654908" cy="617838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299502" y="64746"/>
            <a:ext cx="1217440" cy="639590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번호</a:t>
            </a: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21659" y="64745"/>
            <a:ext cx="9538536" cy="639590"/>
          </a:xfrm>
        </p:spPr>
        <p:txBody>
          <a:bodyPr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5794375" cy="4871524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그림 개체 틀 5"/>
          <p:cNvSpPr>
            <a:spLocks noGrp="1"/>
          </p:cNvSpPr>
          <p:nvPr>
            <p:ph type="pic" sz="quarter" idx="17"/>
          </p:nvPr>
        </p:nvSpPr>
        <p:spPr>
          <a:xfrm>
            <a:off x="6637435" y="1245072"/>
            <a:ext cx="5122390" cy="4871524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8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2025-05-29</a:t>
            </a:r>
            <a:endParaRPr lang="ko-KR" altLang="en-US" dirty="0"/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7000BF1D-C0C4-4805-010D-DD052A4A0F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10750582" y="-165210"/>
            <a:ext cx="1309613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9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30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2024-05-24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95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27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47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18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8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12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799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013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295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32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40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0" r:id="rId3"/>
    <p:sldLayoutId id="2147483661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429" y="2536272"/>
            <a:ext cx="11123141" cy="132556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kern="0" spc="-80" dirty="0">
                <a:solidFill>
                  <a:srgbClr val="000000"/>
                </a:solidFill>
                <a:effectLst/>
                <a:latin typeface="한양신명조"/>
                <a:ea typeface="한양신명조"/>
              </a:rPr>
              <a:t>Rain2FloodNet-</a:t>
            </a:r>
            <a:r>
              <a:rPr lang="ko-KR" altLang="en-US" sz="2800" kern="0" spc="-80" dirty="0">
                <a:solidFill>
                  <a:srgbClr val="000000"/>
                </a:solidFill>
                <a:effectLst/>
                <a:latin typeface="한양신명조"/>
                <a:ea typeface="한양신명조"/>
              </a:rPr>
              <a:t>실시간 침수 흔적도 생성 모델</a:t>
            </a:r>
            <a:endParaRPr lang="ko-KR" altLang="en-US" sz="2800" kern="0" spc="-80" dirty="0">
              <a:solidFill>
                <a:srgbClr val="000000"/>
              </a:solidFill>
              <a:effectLst/>
              <a:latin typeface="Asia신명조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2024-05-29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8" name="텍스트 개체 틀 5"/>
          <p:cNvSpPr txBox="1">
            <a:spLocks/>
          </p:cNvSpPr>
          <p:nvPr/>
        </p:nvSpPr>
        <p:spPr>
          <a:xfrm>
            <a:off x="614749" y="4153705"/>
            <a:ext cx="10962502" cy="1004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서현우</a:t>
            </a:r>
            <a:r>
              <a:rPr lang="en-US" altLang="ko-KR" dirty="0"/>
              <a:t>, </a:t>
            </a:r>
            <a:r>
              <a:rPr lang="ko-KR" altLang="en-US" dirty="0" err="1"/>
              <a:t>서재민</a:t>
            </a:r>
            <a:endParaRPr lang="ko-KR" altLang="en-US" baseline="50000" dirty="0"/>
          </a:p>
        </p:txBody>
      </p:sp>
      <p:sp>
        <p:nvSpPr>
          <p:cNvPr id="7" name="날짜 개체 틀 2">
            <a:extLst>
              <a:ext uri="{FF2B5EF4-FFF2-40B4-BE49-F238E27FC236}">
                <a16:creationId xmlns:a16="http://schemas.microsoft.com/office/drawing/2014/main" id="{3B9BEAD6-C4B4-696A-FA8D-CD29D855EBF3}"/>
              </a:ext>
            </a:extLst>
          </p:cNvPr>
          <p:cNvSpPr txBox="1">
            <a:spLocks/>
          </p:cNvSpPr>
          <p:nvPr/>
        </p:nvSpPr>
        <p:spPr>
          <a:xfrm>
            <a:off x="534429" y="919612"/>
            <a:ext cx="3854982" cy="766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2066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2024-05-29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08" name="Line 11">
            <a:extLst>
              <a:ext uri="{FF2B5EF4-FFF2-40B4-BE49-F238E27FC236}">
                <a16:creationId xmlns:a16="http://schemas.microsoft.com/office/drawing/2014/main" id="{F11A952A-E92A-454B-919B-2643604119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-1" y="5418483"/>
            <a:ext cx="8680727" cy="1068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GB" sz="900">
              <a:latin typeface="+mj-ea"/>
              <a:ea typeface="+mj-ea"/>
            </a:endParaRPr>
          </a:p>
        </p:txBody>
      </p:sp>
      <p:sp>
        <p:nvSpPr>
          <p:cNvPr id="109" name="Line 6">
            <a:extLst>
              <a:ext uri="{FF2B5EF4-FFF2-40B4-BE49-F238E27FC236}">
                <a16:creationId xmlns:a16="http://schemas.microsoft.com/office/drawing/2014/main" id="{5F9E10CF-66D1-46B3-8E0E-AA1BCA7C78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12087" y="3216417"/>
            <a:ext cx="8979910" cy="4199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GB" sz="90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037B97BF-1CF4-476D-96C5-3D420D908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2088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ea"/>
              <a:ea typeface="+mj-ea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A564BA3A-5872-42A3-8A92-8E2AB223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510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8D2AB69D-F5A0-4B9F-8C47-22920BBB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646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E25CB52F-5F89-426D-97FC-06CE5A9FB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5493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GB" sz="900">
              <a:latin typeface="+mj-ea"/>
              <a:ea typeface="+mj-ea"/>
            </a:endParaRP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1593C43C-E2B3-4DBE-8DB3-27056367F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611" y="5378450"/>
            <a:ext cx="99840" cy="998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DDC56F34-0426-4E2C-B688-A96622DCD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380" y="5378450"/>
            <a:ext cx="99840" cy="998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FDD39874-8BE3-45CA-89E8-1787CBBA5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479" y="5378450"/>
            <a:ext cx="99178" cy="998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14" name="눈물 방울 13">
            <a:extLst>
              <a:ext uri="{FF2B5EF4-FFF2-40B4-BE49-F238E27FC236}">
                <a16:creationId xmlns:a16="http://schemas.microsoft.com/office/drawing/2014/main" id="{7812D053-EBB8-4DBE-97E4-DB257D441AFA}"/>
              </a:ext>
            </a:extLst>
          </p:cNvPr>
          <p:cNvSpPr/>
          <p:nvPr/>
        </p:nvSpPr>
        <p:spPr>
          <a:xfrm rot="8100000">
            <a:off x="4942302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13C3126-1FCE-4A46-A488-518BDB127AF5}"/>
              </a:ext>
            </a:extLst>
          </p:cNvPr>
          <p:cNvSpPr/>
          <p:nvPr/>
        </p:nvSpPr>
        <p:spPr>
          <a:xfrm>
            <a:off x="5032840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16" name="그래픽 72">
            <a:extLst>
              <a:ext uri="{FF2B5EF4-FFF2-40B4-BE49-F238E27FC236}">
                <a16:creationId xmlns:a16="http://schemas.microsoft.com/office/drawing/2014/main" id="{370D0273-0AE7-48D4-A833-775E6FFB5466}"/>
              </a:ext>
            </a:extLst>
          </p:cNvPr>
          <p:cNvGrpSpPr/>
          <p:nvPr/>
        </p:nvGrpSpPr>
        <p:grpSpPr>
          <a:xfrm>
            <a:off x="5177704" y="2224836"/>
            <a:ext cx="379454" cy="373193"/>
            <a:chOff x="5318018" y="2224836"/>
            <a:chExt cx="379454" cy="37319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" name="자유형: 도형 4">
              <a:extLst>
                <a:ext uri="{FF2B5EF4-FFF2-40B4-BE49-F238E27FC236}">
                  <a16:creationId xmlns:a16="http://schemas.microsoft.com/office/drawing/2014/main" id="{B56B710C-6553-4F25-BDAD-B2B15A3A39D5}"/>
                </a:ext>
              </a:extLst>
            </p:cNvPr>
            <p:cNvSpPr/>
            <p:nvPr/>
          </p:nvSpPr>
          <p:spPr>
            <a:xfrm>
              <a:off x="5448836" y="2224836"/>
              <a:ext cx="120396" cy="52617"/>
            </a:xfrm>
            <a:custGeom>
              <a:avLst/>
              <a:gdLst>
                <a:gd name="connsiteX0" fmla="*/ 112683 w 120396"/>
                <a:gd name="connsiteY0" fmla="*/ 52617 h 52617"/>
                <a:gd name="connsiteX1" fmla="*/ 68785 w 120396"/>
                <a:gd name="connsiteY1" fmla="*/ 15247 h 52617"/>
                <a:gd name="connsiteX2" fmla="*/ 49053 w 120396"/>
                <a:gd name="connsiteY2" fmla="*/ 15247 h 52617"/>
                <a:gd name="connsiteX3" fmla="*/ 7711 w 120396"/>
                <a:gd name="connsiteY3" fmla="*/ 50444 h 52617"/>
                <a:gd name="connsiteX4" fmla="*/ 0 w 120396"/>
                <a:gd name="connsiteY4" fmla="*/ 41376 h 52617"/>
                <a:gd name="connsiteX5" fmla="*/ 41343 w 120396"/>
                <a:gd name="connsiteY5" fmla="*/ 6184 h 52617"/>
                <a:gd name="connsiteX6" fmla="*/ 76501 w 120396"/>
                <a:gd name="connsiteY6" fmla="*/ 6184 h 52617"/>
                <a:gd name="connsiteX7" fmla="*/ 120397 w 120396"/>
                <a:gd name="connsiteY7" fmla="*/ 43555 h 52617"/>
                <a:gd name="connsiteX8" fmla="*/ 112683 w 120396"/>
                <a:gd name="connsiteY8" fmla="*/ 52617 h 52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6" h="52617">
                  <a:moveTo>
                    <a:pt x="112683" y="52617"/>
                  </a:moveTo>
                  <a:lnTo>
                    <a:pt x="68785" y="15247"/>
                  </a:lnTo>
                  <a:cubicBezTo>
                    <a:pt x="63440" y="10699"/>
                    <a:pt x="54404" y="10702"/>
                    <a:pt x="49053" y="15247"/>
                  </a:cubicBezTo>
                  <a:lnTo>
                    <a:pt x="7711" y="50444"/>
                  </a:lnTo>
                  <a:lnTo>
                    <a:pt x="0" y="41376"/>
                  </a:lnTo>
                  <a:lnTo>
                    <a:pt x="41343" y="6184"/>
                  </a:lnTo>
                  <a:cubicBezTo>
                    <a:pt x="51037" y="-2063"/>
                    <a:pt x="66808" y="-2060"/>
                    <a:pt x="76501" y="6184"/>
                  </a:cubicBezTo>
                  <a:lnTo>
                    <a:pt x="120397" y="43555"/>
                  </a:lnTo>
                  <a:lnTo>
                    <a:pt x="112683" y="52617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8" name="자유형: 도형 5">
              <a:extLst>
                <a:ext uri="{FF2B5EF4-FFF2-40B4-BE49-F238E27FC236}">
                  <a16:creationId xmlns:a16="http://schemas.microsoft.com/office/drawing/2014/main" id="{58C382CE-C4F4-418A-B2B4-43CF1740E731}"/>
                </a:ext>
              </a:extLst>
            </p:cNvPr>
            <p:cNvSpPr/>
            <p:nvPr/>
          </p:nvSpPr>
          <p:spPr>
            <a:xfrm>
              <a:off x="5318018" y="2343006"/>
              <a:ext cx="379454" cy="255022"/>
            </a:xfrm>
            <a:custGeom>
              <a:avLst/>
              <a:gdLst>
                <a:gd name="connsiteX0" fmla="*/ 373467 w 379454"/>
                <a:gd name="connsiteY0" fmla="*/ 255023 h 255022"/>
                <a:gd name="connsiteX1" fmla="*/ 5975 w 379454"/>
                <a:gd name="connsiteY1" fmla="*/ 255023 h 255022"/>
                <a:gd name="connsiteX2" fmla="*/ 25 w 379454"/>
                <a:gd name="connsiteY2" fmla="*/ 249073 h 255022"/>
                <a:gd name="connsiteX3" fmla="*/ 25 w 379454"/>
                <a:gd name="connsiteY3" fmla="*/ 37862 h 255022"/>
                <a:gd name="connsiteX4" fmla="*/ 915 w 379454"/>
                <a:gd name="connsiteY4" fmla="*/ 34154 h 255022"/>
                <a:gd name="connsiteX5" fmla="*/ 2767 w 379454"/>
                <a:gd name="connsiteY5" fmla="*/ 32227 h 255022"/>
                <a:gd name="connsiteX6" fmla="*/ 40034 w 379454"/>
                <a:gd name="connsiteY6" fmla="*/ 507 h 255022"/>
                <a:gd name="connsiteX7" fmla="*/ 47748 w 379454"/>
                <a:gd name="connsiteY7" fmla="*/ 9569 h 255022"/>
                <a:gd name="connsiteX8" fmla="*/ 11925 w 379454"/>
                <a:gd name="connsiteY8" fmla="*/ 40056 h 255022"/>
                <a:gd name="connsiteX9" fmla="*/ 11925 w 379454"/>
                <a:gd name="connsiteY9" fmla="*/ 243123 h 255022"/>
                <a:gd name="connsiteX10" fmla="*/ 367518 w 379454"/>
                <a:gd name="connsiteY10" fmla="*/ 243123 h 255022"/>
                <a:gd name="connsiteX11" fmla="*/ 367518 w 379454"/>
                <a:gd name="connsiteY11" fmla="*/ 40026 h 255022"/>
                <a:gd name="connsiteX12" fmla="*/ 331146 w 379454"/>
                <a:gd name="connsiteY12" fmla="*/ 9062 h 255022"/>
                <a:gd name="connsiteX13" fmla="*/ 338866 w 379454"/>
                <a:gd name="connsiteY13" fmla="*/ 0 h 255022"/>
                <a:gd name="connsiteX14" fmla="*/ 376903 w 379454"/>
                <a:gd name="connsiteY14" fmla="*/ 32387 h 255022"/>
                <a:gd name="connsiteX15" fmla="*/ 379132 w 379454"/>
                <a:gd name="connsiteY15" fmla="*/ 35408 h 255022"/>
                <a:gd name="connsiteX16" fmla="*/ 379420 w 379454"/>
                <a:gd name="connsiteY16" fmla="*/ 37993 h 255022"/>
                <a:gd name="connsiteX17" fmla="*/ 379420 w 379454"/>
                <a:gd name="connsiteY17" fmla="*/ 249082 h 255022"/>
                <a:gd name="connsiteX18" fmla="*/ 373467 w 379454"/>
                <a:gd name="connsiteY18" fmla="*/ 255023 h 255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79454" h="255022">
                  <a:moveTo>
                    <a:pt x="373467" y="255023"/>
                  </a:moveTo>
                  <a:lnTo>
                    <a:pt x="5975" y="255023"/>
                  </a:lnTo>
                  <a:cubicBezTo>
                    <a:pt x="2687" y="255023"/>
                    <a:pt x="25" y="252361"/>
                    <a:pt x="25" y="249073"/>
                  </a:cubicBezTo>
                  <a:lnTo>
                    <a:pt x="25" y="37862"/>
                  </a:lnTo>
                  <a:cubicBezTo>
                    <a:pt x="-96" y="36552"/>
                    <a:pt x="224" y="35248"/>
                    <a:pt x="915" y="34154"/>
                  </a:cubicBezTo>
                  <a:cubicBezTo>
                    <a:pt x="1383" y="33383"/>
                    <a:pt x="2017" y="32722"/>
                    <a:pt x="2767" y="32227"/>
                  </a:cubicBezTo>
                  <a:lnTo>
                    <a:pt x="40034" y="507"/>
                  </a:lnTo>
                  <a:lnTo>
                    <a:pt x="47748" y="9569"/>
                  </a:lnTo>
                  <a:lnTo>
                    <a:pt x="11925" y="40056"/>
                  </a:lnTo>
                  <a:lnTo>
                    <a:pt x="11925" y="243123"/>
                  </a:lnTo>
                  <a:lnTo>
                    <a:pt x="367518" y="243123"/>
                  </a:lnTo>
                  <a:lnTo>
                    <a:pt x="367518" y="40026"/>
                  </a:lnTo>
                  <a:lnTo>
                    <a:pt x="331146" y="9062"/>
                  </a:lnTo>
                  <a:lnTo>
                    <a:pt x="338866" y="0"/>
                  </a:lnTo>
                  <a:lnTo>
                    <a:pt x="376903" y="32387"/>
                  </a:lnTo>
                  <a:cubicBezTo>
                    <a:pt x="377938" y="33128"/>
                    <a:pt x="378732" y="34181"/>
                    <a:pt x="379132" y="35408"/>
                  </a:cubicBezTo>
                  <a:cubicBezTo>
                    <a:pt x="379414" y="36232"/>
                    <a:pt x="379515" y="37115"/>
                    <a:pt x="379420" y="37993"/>
                  </a:cubicBezTo>
                  <a:lnTo>
                    <a:pt x="379420" y="249082"/>
                  </a:lnTo>
                  <a:cubicBezTo>
                    <a:pt x="379417" y="252361"/>
                    <a:pt x="376755" y="255023"/>
                    <a:pt x="373467" y="255023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9" name="자유형: 도형 6">
              <a:extLst>
                <a:ext uri="{FF2B5EF4-FFF2-40B4-BE49-F238E27FC236}">
                  <a16:creationId xmlns:a16="http://schemas.microsoft.com/office/drawing/2014/main" id="{96E86925-16F5-4277-8AED-0FD2D98386BF}"/>
                </a:ext>
              </a:extLst>
            </p:cNvPr>
            <p:cNvSpPr/>
            <p:nvPr/>
          </p:nvSpPr>
          <p:spPr>
            <a:xfrm>
              <a:off x="5355917" y="2266935"/>
              <a:ext cx="301849" cy="124668"/>
            </a:xfrm>
            <a:custGeom>
              <a:avLst/>
              <a:gdLst>
                <a:gd name="connsiteX0" fmla="*/ 301850 w 301849"/>
                <a:gd name="connsiteY0" fmla="*/ 124668 h 124668"/>
                <a:gd name="connsiteX1" fmla="*/ 289950 w 301849"/>
                <a:gd name="connsiteY1" fmla="*/ 124668 h 124668"/>
                <a:gd name="connsiteX2" fmla="*/ 289950 w 301849"/>
                <a:gd name="connsiteY2" fmla="*/ 11902 h 124668"/>
                <a:gd name="connsiteX3" fmla="*/ 11899 w 301849"/>
                <a:gd name="connsiteY3" fmla="*/ 11902 h 124668"/>
                <a:gd name="connsiteX4" fmla="*/ 11899 w 301849"/>
                <a:gd name="connsiteY4" fmla="*/ 124668 h 124668"/>
                <a:gd name="connsiteX5" fmla="*/ 0 w 301849"/>
                <a:gd name="connsiteY5" fmla="*/ 124668 h 124668"/>
                <a:gd name="connsiteX6" fmla="*/ 0 w 301849"/>
                <a:gd name="connsiteY6" fmla="*/ 0 h 124668"/>
                <a:gd name="connsiteX7" fmla="*/ 301850 w 301849"/>
                <a:gd name="connsiteY7" fmla="*/ 0 h 12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1849" h="124668">
                  <a:moveTo>
                    <a:pt x="301850" y="124668"/>
                  </a:moveTo>
                  <a:lnTo>
                    <a:pt x="289950" y="124668"/>
                  </a:lnTo>
                  <a:lnTo>
                    <a:pt x="289950" y="11902"/>
                  </a:lnTo>
                  <a:lnTo>
                    <a:pt x="11899" y="11902"/>
                  </a:lnTo>
                  <a:lnTo>
                    <a:pt x="11899" y="124668"/>
                  </a:lnTo>
                  <a:lnTo>
                    <a:pt x="0" y="124668"/>
                  </a:lnTo>
                  <a:lnTo>
                    <a:pt x="0" y="0"/>
                  </a:lnTo>
                  <a:lnTo>
                    <a:pt x="30185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0" name="자유형: 도형 7">
              <a:extLst>
                <a:ext uri="{FF2B5EF4-FFF2-40B4-BE49-F238E27FC236}">
                  <a16:creationId xmlns:a16="http://schemas.microsoft.com/office/drawing/2014/main" id="{9FE290BD-8D08-48A8-9E54-3A8B694A8C0D}"/>
                </a:ext>
              </a:extLst>
            </p:cNvPr>
            <p:cNvSpPr/>
            <p:nvPr/>
          </p:nvSpPr>
          <p:spPr>
            <a:xfrm>
              <a:off x="5387059" y="2379932"/>
              <a:ext cx="155229" cy="11902"/>
            </a:xfrm>
            <a:custGeom>
              <a:avLst/>
              <a:gdLst>
                <a:gd name="connsiteX0" fmla="*/ 0 w 155229"/>
                <a:gd name="connsiteY0" fmla="*/ 0 h 11902"/>
                <a:gd name="connsiteX1" fmla="*/ 155229 w 155229"/>
                <a:gd name="connsiteY1" fmla="*/ 0 h 11902"/>
                <a:gd name="connsiteX2" fmla="*/ 155229 w 155229"/>
                <a:gd name="connsiteY2" fmla="*/ 11902 h 11902"/>
                <a:gd name="connsiteX3" fmla="*/ 0 w 155229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9" h="11902">
                  <a:moveTo>
                    <a:pt x="0" y="0"/>
                  </a:moveTo>
                  <a:lnTo>
                    <a:pt x="155229" y="0"/>
                  </a:lnTo>
                  <a:lnTo>
                    <a:pt x="155229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1" name="자유형: 도형 8">
              <a:extLst>
                <a:ext uri="{FF2B5EF4-FFF2-40B4-BE49-F238E27FC236}">
                  <a16:creationId xmlns:a16="http://schemas.microsoft.com/office/drawing/2014/main" id="{7D10798A-FCF2-4A82-83F4-7A982BD55EF3}"/>
                </a:ext>
              </a:extLst>
            </p:cNvPr>
            <p:cNvSpPr/>
            <p:nvPr/>
          </p:nvSpPr>
          <p:spPr>
            <a:xfrm>
              <a:off x="5387059" y="2418381"/>
              <a:ext cx="155229" cy="11902"/>
            </a:xfrm>
            <a:custGeom>
              <a:avLst/>
              <a:gdLst>
                <a:gd name="connsiteX0" fmla="*/ 0 w 155229"/>
                <a:gd name="connsiteY0" fmla="*/ 0 h 11902"/>
                <a:gd name="connsiteX1" fmla="*/ 155229 w 155229"/>
                <a:gd name="connsiteY1" fmla="*/ 0 h 11902"/>
                <a:gd name="connsiteX2" fmla="*/ 155229 w 155229"/>
                <a:gd name="connsiteY2" fmla="*/ 11902 h 11902"/>
                <a:gd name="connsiteX3" fmla="*/ 0 w 155229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9" h="11902">
                  <a:moveTo>
                    <a:pt x="0" y="0"/>
                  </a:moveTo>
                  <a:lnTo>
                    <a:pt x="155229" y="0"/>
                  </a:lnTo>
                  <a:lnTo>
                    <a:pt x="155229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" name="자유형: 도형 9">
              <a:extLst>
                <a:ext uri="{FF2B5EF4-FFF2-40B4-BE49-F238E27FC236}">
                  <a16:creationId xmlns:a16="http://schemas.microsoft.com/office/drawing/2014/main" id="{DEB4C091-4BE8-4258-AD08-4A6EBB461AE4}"/>
                </a:ext>
              </a:extLst>
            </p:cNvPr>
            <p:cNvSpPr/>
            <p:nvPr/>
          </p:nvSpPr>
          <p:spPr>
            <a:xfrm>
              <a:off x="5419022" y="2456831"/>
              <a:ext cx="123266" cy="11902"/>
            </a:xfrm>
            <a:custGeom>
              <a:avLst/>
              <a:gdLst>
                <a:gd name="connsiteX0" fmla="*/ 0 w 123266"/>
                <a:gd name="connsiteY0" fmla="*/ 0 h 11902"/>
                <a:gd name="connsiteX1" fmla="*/ 123266 w 123266"/>
                <a:gd name="connsiteY1" fmla="*/ 0 h 11902"/>
                <a:gd name="connsiteX2" fmla="*/ 123266 w 123266"/>
                <a:gd name="connsiteY2" fmla="*/ 11902 h 11902"/>
                <a:gd name="connsiteX3" fmla="*/ 0 w 123266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266" h="11902">
                  <a:moveTo>
                    <a:pt x="0" y="0"/>
                  </a:moveTo>
                  <a:lnTo>
                    <a:pt x="123266" y="0"/>
                  </a:lnTo>
                  <a:lnTo>
                    <a:pt x="123266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3" name="자유형: 도형 10">
              <a:extLst>
                <a:ext uri="{FF2B5EF4-FFF2-40B4-BE49-F238E27FC236}">
                  <a16:creationId xmlns:a16="http://schemas.microsoft.com/office/drawing/2014/main" id="{D37C5FE9-CA30-47FE-848F-21A20FB044F5}"/>
                </a:ext>
              </a:extLst>
            </p:cNvPr>
            <p:cNvSpPr/>
            <p:nvPr/>
          </p:nvSpPr>
          <p:spPr>
            <a:xfrm>
              <a:off x="5562978" y="2379932"/>
              <a:ext cx="61181" cy="11902"/>
            </a:xfrm>
            <a:custGeom>
              <a:avLst/>
              <a:gdLst>
                <a:gd name="connsiteX0" fmla="*/ 0 w 61181"/>
                <a:gd name="connsiteY0" fmla="*/ 0 h 11902"/>
                <a:gd name="connsiteX1" fmla="*/ 61181 w 61181"/>
                <a:gd name="connsiteY1" fmla="*/ 0 h 11902"/>
                <a:gd name="connsiteX2" fmla="*/ 61181 w 61181"/>
                <a:gd name="connsiteY2" fmla="*/ 11902 h 11902"/>
                <a:gd name="connsiteX3" fmla="*/ 0 w 61181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81" h="11902">
                  <a:moveTo>
                    <a:pt x="0" y="0"/>
                  </a:moveTo>
                  <a:lnTo>
                    <a:pt x="61181" y="0"/>
                  </a:lnTo>
                  <a:lnTo>
                    <a:pt x="61181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4" name="자유형: 도형 11">
              <a:extLst>
                <a:ext uri="{FF2B5EF4-FFF2-40B4-BE49-F238E27FC236}">
                  <a16:creationId xmlns:a16="http://schemas.microsoft.com/office/drawing/2014/main" id="{1CE1DCDC-2873-4AC3-9848-D0B8954B9034}"/>
                </a:ext>
              </a:extLst>
            </p:cNvPr>
            <p:cNvSpPr/>
            <p:nvPr/>
          </p:nvSpPr>
          <p:spPr>
            <a:xfrm>
              <a:off x="5562978" y="2418381"/>
              <a:ext cx="40281" cy="11902"/>
            </a:xfrm>
            <a:custGeom>
              <a:avLst/>
              <a:gdLst>
                <a:gd name="connsiteX0" fmla="*/ 0 w 40281"/>
                <a:gd name="connsiteY0" fmla="*/ 0 h 11902"/>
                <a:gd name="connsiteX1" fmla="*/ 40281 w 40281"/>
                <a:gd name="connsiteY1" fmla="*/ 0 h 11902"/>
                <a:gd name="connsiteX2" fmla="*/ 40281 w 40281"/>
                <a:gd name="connsiteY2" fmla="*/ 11902 h 11902"/>
                <a:gd name="connsiteX3" fmla="*/ 0 w 40281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81" h="11902">
                  <a:moveTo>
                    <a:pt x="0" y="0"/>
                  </a:moveTo>
                  <a:lnTo>
                    <a:pt x="40281" y="0"/>
                  </a:lnTo>
                  <a:lnTo>
                    <a:pt x="40281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5" name="자유형: 도형 12">
              <a:extLst>
                <a:ext uri="{FF2B5EF4-FFF2-40B4-BE49-F238E27FC236}">
                  <a16:creationId xmlns:a16="http://schemas.microsoft.com/office/drawing/2014/main" id="{2F44FC68-A4AC-4A41-8C2D-0ECA9A336B86}"/>
                </a:ext>
              </a:extLst>
            </p:cNvPr>
            <p:cNvSpPr/>
            <p:nvPr/>
          </p:nvSpPr>
          <p:spPr>
            <a:xfrm>
              <a:off x="5387374" y="2300493"/>
              <a:ext cx="156560" cy="53268"/>
            </a:xfrm>
            <a:custGeom>
              <a:avLst/>
              <a:gdLst>
                <a:gd name="connsiteX0" fmla="*/ 144889 w 156560"/>
                <a:gd name="connsiteY0" fmla="*/ 11668 h 53268"/>
                <a:gd name="connsiteX1" fmla="*/ 144889 w 156560"/>
                <a:gd name="connsiteY1" fmla="*/ 41598 h 53268"/>
                <a:gd name="connsiteX2" fmla="*/ 11668 w 156560"/>
                <a:gd name="connsiteY2" fmla="*/ 41598 h 53268"/>
                <a:gd name="connsiteX3" fmla="*/ 11668 w 156560"/>
                <a:gd name="connsiteY3" fmla="*/ 11668 h 53268"/>
                <a:gd name="connsiteX4" fmla="*/ 144889 w 156560"/>
                <a:gd name="connsiteY4" fmla="*/ 11668 h 53268"/>
                <a:gd name="connsiteX5" fmla="*/ 156557 w 156560"/>
                <a:gd name="connsiteY5" fmla="*/ 0 h 53268"/>
                <a:gd name="connsiteX6" fmla="*/ 0 w 156560"/>
                <a:gd name="connsiteY6" fmla="*/ 0 h 53268"/>
                <a:gd name="connsiteX7" fmla="*/ 0 w 156560"/>
                <a:gd name="connsiteY7" fmla="*/ 53269 h 53268"/>
                <a:gd name="connsiteX8" fmla="*/ 156560 w 156560"/>
                <a:gd name="connsiteY8" fmla="*/ 53269 h 53268"/>
                <a:gd name="connsiteX9" fmla="*/ 156560 w 156560"/>
                <a:gd name="connsiteY9" fmla="*/ 0 h 53268"/>
                <a:gd name="connsiteX10" fmla="*/ 156557 w 156560"/>
                <a:gd name="connsiteY10" fmla="*/ 0 h 5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560" h="53268">
                  <a:moveTo>
                    <a:pt x="144889" y="11668"/>
                  </a:moveTo>
                  <a:lnTo>
                    <a:pt x="144889" y="41598"/>
                  </a:lnTo>
                  <a:lnTo>
                    <a:pt x="11668" y="41598"/>
                  </a:lnTo>
                  <a:lnTo>
                    <a:pt x="11668" y="11668"/>
                  </a:lnTo>
                  <a:lnTo>
                    <a:pt x="144889" y="11668"/>
                  </a:lnTo>
                  <a:moveTo>
                    <a:pt x="156557" y="0"/>
                  </a:moveTo>
                  <a:lnTo>
                    <a:pt x="0" y="0"/>
                  </a:lnTo>
                  <a:lnTo>
                    <a:pt x="0" y="53269"/>
                  </a:lnTo>
                  <a:lnTo>
                    <a:pt x="156560" y="53269"/>
                  </a:lnTo>
                  <a:lnTo>
                    <a:pt x="156560" y="0"/>
                  </a:lnTo>
                  <a:lnTo>
                    <a:pt x="15655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6" name="자유형: 도형 13">
              <a:extLst>
                <a:ext uri="{FF2B5EF4-FFF2-40B4-BE49-F238E27FC236}">
                  <a16:creationId xmlns:a16="http://schemas.microsoft.com/office/drawing/2014/main" id="{60677520-E8CB-4462-8581-CA7A624EE639}"/>
                </a:ext>
              </a:extLst>
            </p:cNvPr>
            <p:cNvSpPr/>
            <p:nvPr/>
          </p:nvSpPr>
          <p:spPr>
            <a:xfrm>
              <a:off x="5562978" y="2300493"/>
              <a:ext cx="60869" cy="53268"/>
            </a:xfrm>
            <a:custGeom>
              <a:avLst/>
              <a:gdLst>
                <a:gd name="connsiteX0" fmla="*/ 49207 w 60869"/>
                <a:gd name="connsiteY0" fmla="*/ 11668 h 53268"/>
                <a:gd name="connsiteX1" fmla="*/ 49207 w 60869"/>
                <a:gd name="connsiteY1" fmla="*/ 41598 h 53268"/>
                <a:gd name="connsiteX2" fmla="*/ 11665 w 60869"/>
                <a:gd name="connsiteY2" fmla="*/ 41598 h 53268"/>
                <a:gd name="connsiteX3" fmla="*/ 11665 w 60869"/>
                <a:gd name="connsiteY3" fmla="*/ 11668 h 53268"/>
                <a:gd name="connsiteX4" fmla="*/ 49207 w 60869"/>
                <a:gd name="connsiteY4" fmla="*/ 11668 h 53268"/>
                <a:gd name="connsiteX5" fmla="*/ 60870 w 60869"/>
                <a:gd name="connsiteY5" fmla="*/ 0 h 53268"/>
                <a:gd name="connsiteX6" fmla="*/ 0 w 60869"/>
                <a:gd name="connsiteY6" fmla="*/ 0 h 53268"/>
                <a:gd name="connsiteX7" fmla="*/ 0 w 60869"/>
                <a:gd name="connsiteY7" fmla="*/ 53269 h 53268"/>
                <a:gd name="connsiteX8" fmla="*/ 60870 w 60869"/>
                <a:gd name="connsiteY8" fmla="*/ 53269 h 53268"/>
                <a:gd name="connsiteX9" fmla="*/ 60870 w 60869"/>
                <a:gd name="connsiteY9" fmla="*/ 0 h 53268"/>
                <a:gd name="connsiteX10" fmla="*/ 60870 w 60869"/>
                <a:gd name="connsiteY10" fmla="*/ 0 h 5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869" h="53268">
                  <a:moveTo>
                    <a:pt x="49207" y="11668"/>
                  </a:moveTo>
                  <a:lnTo>
                    <a:pt x="49207" y="41598"/>
                  </a:lnTo>
                  <a:lnTo>
                    <a:pt x="11665" y="41598"/>
                  </a:lnTo>
                  <a:lnTo>
                    <a:pt x="11665" y="11668"/>
                  </a:lnTo>
                  <a:lnTo>
                    <a:pt x="49207" y="11668"/>
                  </a:lnTo>
                  <a:moveTo>
                    <a:pt x="60870" y="0"/>
                  </a:moveTo>
                  <a:lnTo>
                    <a:pt x="0" y="0"/>
                  </a:lnTo>
                  <a:lnTo>
                    <a:pt x="0" y="53269"/>
                  </a:lnTo>
                  <a:lnTo>
                    <a:pt x="60870" y="53269"/>
                  </a:lnTo>
                  <a:lnTo>
                    <a:pt x="60870" y="0"/>
                  </a:lnTo>
                  <a:lnTo>
                    <a:pt x="6087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27" name="그래픽 72">
              <a:extLst>
                <a:ext uri="{FF2B5EF4-FFF2-40B4-BE49-F238E27FC236}">
                  <a16:creationId xmlns:a16="http://schemas.microsoft.com/office/drawing/2014/main" id="{56C55CF4-8090-4591-9831-8513E64EFFC1}"/>
                </a:ext>
              </a:extLst>
            </p:cNvPr>
            <p:cNvGrpSpPr/>
            <p:nvPr/>
          </p:nvGrpSpPr>
          <p:grpSpPr>
            <a:xfrm>
              <a:off x="5319748" y="2383252"/>
              <a:ext cx="376477" cy="213455"/>
              <a:chOff x="5319748" y="2383252"/>
              <a:chExt cx="376477" cy="21345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28" name="자유형: 도형 15">
                <a:extLst>
                  <a:ext uri="{FF2B5EF4-FFF2-40B4-BE49-F238E27FC236}">
                    <a16:creationId xmlns:a16="http://schemas.microsoft.com/office/drawing/2014/main" id="{CB2A6E88-75A9-4C83-A22F-64920D6A528A}"/>
                  </a:ext>
                </a:extLst>
              </p:cNvPr>
              <p:cNvSpPr/>
              <p:nvPr/>
            </p:nvSpPr>
            <p:spPr>
              <a:xfrm>
                <a:off x="5319748" y="2383252"/>
                <a:ext cx="376477" cy="113320"/>
              </a:xfrm>
              <a:custGeom>
                <a:avLst/>
                <a:gdLst>
                  <a:gd name="connsiteX0" fmla="*/ 246764 w 376477"/>
                  <a:gd name="connsiteY0" fmla="*/ 113320 h 113320"/>
                  <a:gd name="connsiteX1" fmla="*/ 129234 w 376477"/>
                  <a:gd name="connsiteY1" fmla="*/ 113320 h 113320"/>
                  <a:gd name="connsiteX2" fmla="*/ 125463 w 376477"/>
                  <a:gd name="connsiteY2" fmla="*/ 111975 h 113320"/>
                  <a:gd name="connsiteX3" fmla="*/ 0 w 376477"/>
                  <a:gd name="connsiteY3" fmla="*/ 9214 h 113320"/>
                  <a:gd name="connsiteX4" fmla="*/ 7539 w 376477"/>
                  <a:gd name="connsiteY4" fmla="*/ 6 h 113320"/>
                  <a:gd name="connsiteX5" fmla="*/ 131359 w 376477"/>
                  <a:gd name="connsiteY5" fmla="*/ 101418 h 113320"/>
                  <a:gd name="connsiteX6" fmla="*/ 244644 w 376477"/>
                  <a:gd name="connsiteY6" fmla="*/ 101418 h 113320"/>
                  <a:gd name="connsiteX7" fmla="*/ 368951 w 376477"/>
                  <a:gd name="connsiteY7" fmla="*/ 0 h 113320"/>
                  <a:gd name="connsiteX8" fmla="*/ 376478 w 376477"/>
                  <a:gd name="connsiteY8" fmla="*/ 9223 h 113320"/>
                  <a:gd name="connsiteX9" fmla="*/ 250529 w 376477"/>
                  <a:gd name="connsiteY9" fmla="*/ 111983 h 113320"/>
                  <a:gd name="connsiteX10" fmla="*/ 246764 w 376477"/>
                  <a:gd name="connsiteY10" fmla="*/ 113320 h 113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6477" h="113320">
                    <a:moveTo>
                      <a:pt x="246764" y="113320"/>
                    </a:moveTo>
                    <a:lnTo>
                      <a:pt x="129234" y="113320"/>
                    </a:lnTo>
                    <a:cubicBezTo>
                      <a:pt x="127858" y="113320"/>
                      <a:pt x="126527" y="112846"/>
                      <a:pt x="125463" y="111975"/>
                    </a:cubicBezTo>
                    <a:lnTo>
                      <a:pt x="0" y="9214"/>
                    </a:lnTo>
                    <a:lnTo>
                      <a:pt x="7539" y="6"/>
                    </a:lnTo>
                    <a:lnTo>
                      <a:pt x="131359" y="101418"/>
                    </a:lnTo>
                    <a:lnTo>
                      <a:pt x="244644" y="101418"/>
                    </a:lnTo>
                    <a:lnTo>
                      <a:pt x="368951" y="0"/>
                    </a:lnTo>
                    <a:lnTo>
                      <a:pt x="376478" y="9223"/>
                    </a:lnTo>
                    <a:lnTo>
                      <a:pt x="250529" y="111983"/>
                    </a:lnTo>
                    <a:cubicBezTo>
                      <a:pt x="249461" y="112849"/>
                      <a:pt x="248136" y="113320"/>
                      <a:pt x="246764" y="113320"/>
                    </a:cubicBez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grpSp>
            <p:nvGrpSpPr>
              <p:cNvPr id="29" name="그래픽 72">
                <a:extLst>
                  <a:ext uri="{FF2B5EF4-FFF2-40B4-BE49-F238E27FC236}">
                    <a16:creationId xmlns:a16="http://schemas.microsoft.com/office/drawing/2014/main" id="{8EACD4DC-4F68-44B9-AAE4-AED4AEB6BE5F}"/>
                  </a:ext>
                </a:extLst>
              </p:cNvPr>
              <p:cNvGrpSpPr/>
              <p:nvPr/>
            </p:nvGrpSpPr>
            <p:grpSpPr>
              <a:xfrm>
                <a:off x="5331039" y="2485954"/>
                <a:ext cx="356582" cy="110754"/>
                <a:chOff x="5331039" y="2485954"/>
                <a:chExt cx="356582" cy="110754"/>
              </a:xfrm>
              <a:solidFill>
                <a:schemeClr val="tx1">
                  <a:lumMod val="95000"/>
                  <a:lumOff val="5000"/>
                </a:schemeClr>
              </a:solidFill>
            </p:grpSpPr>
            <p:sp>
              <p:nvSpPr>
                <p:cNvPr id="30" name="자유형: 도형 17">
                  <a:extLst>
                    <a:ext uri="{FF2B5EF4-FFF2-40B4-BE49-F238E27FC236}">
                      <a16:creationId xmlns:a16="http://schemas.microsoft.com/office/drawing/2014/main" id="{0378C1E1-2346-45D2-A442-1262A066F381}"/>
                    </a:ext>
                  </a:extLst>
                </p:cNvPr>
                <p:cNvSpPr/>
                <p:nvPr/>
              </p:nvSpPr>
              <p:spPr>
                <a:xfrm>
                  <a:off x="5331039" y="2485954"/>
                  <a:ext cx="123156" cy="107803"/>
                </a:xfrm>
                <a:custGeom>
                  <a:avLst/>
                  <a:gdLst>
                    <a:gd name="connsiteX0" fmla="*/ 7711 w 123156"/>
                    <a:gd name="connsiteY0" fmla="*/ 107803 h 107803"/>
                    <a:gd name="connsiteX1" fmla="*/ 0 w 123156"/>
                    <a:gd name="connsiteY1" fmla="*/ 98735 h 107803"/>
                    <a:gd name="connsiteX2" fmla="*/ 40883 w 123156"/>
                    <a:gd name="connsiteY2" fmla="*/ 63962 h 107803"/>
                    <a:gd name="connsiteX3" fmla="*/ 71714 w 123156"/>
                    <a:gd name="connsiteY3" fmla="*/ 37495 h 107803"/>
                    <a:gd name="connsiteX4" fmla="*/ 84844 w 123156"/>
                    <a:gd name="connsiteY4" fmla="*/ 26221 h 107803"/>
                    <a:gd name="connsiteX5" fmla="*/ 115407 w 123156"/>
                    <a:gd name="connsiteY5" fmla="*/ 0 h 107803"/>
                    <a:gd name="connsiteX6" fmla="*/ 123157 w 123156"/>
                    <a:gd name="connsiteY6" fmla="*/ 9030 h 107803"/>
                    <a:gd name="connsiteX7" fmla="*/ 92599 w 123156"/>
                    <a:gd name="connsiteY7" fmla="*/ 35245 h 107803"/>
                    <a:gd name="connsiteX8" fmla="*/ 79460 w 123156"/>
                    <a:gd name="connsiteY8" fmla="*/ 46534 h 107803"/>
                    <a:gd name="connsiteX9" fmla="*/ 48615 w 123156"/>
                    <a:gd name="connsiteY9" fmla="*/ 73009 h 107803"/>
                    <a:gd name="connsiteX10" fmla="*/ 7711 w 123156"/>
                    <a:gd name="connsiteY10" fmla="*/ 107803 h 107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3156" h="107803">
                      <a:moveTo>
                        <a:pt x="7711" y="107803"/>
                      </a:moveTo>
                      <a:lnTo>
                        <a:pt x="0" y="98735"/>
                      </a:lnTo>
                      <a:lnTo>
                        <a:pt x="40883" y="63962"/>
                      </a:lnTo>
                      <a:lnTo>
                        <a:pt x="71714" y="37495"/>
                      </a:lnTo>
                      <a:cubicBezTo>
                        <a:pt x="75345" y="34388"/>
                        <a:pt x="80091" y="30306"/>
                        <a:pt x="84844" y="26221"/>
                      </a:cubicBezTo>
                      <a:lnTo>
                        <a:pt x="115407" y="0"/>
                      </a:lnTo>
                      <a:lnTo>
                        <a:pt x="123157" y="9030"/>
                      </a:lnTo>
                      <a:lnTo>
                        <a:pt x="92599" y="35245"/>
                      </a:lnTo>
                      <a:cubicBezTo>
                        <a:pt x="87844" y="39339"/>
                        <a:pt x="83089" y="43427"/>
                        <a:pt x="79460" y="46534"/>
                      </a:cubicBezTo>
                      <a:lnTo>
                        <a:pt x="48615" y="73009"/>
                      </a:lnTo>
                      <a:lnTo>
                        <a:pt x="7711" y="107803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자유형: 도형 18">
                  <a:extLst>
                    <a:ext uri="{FF2B5EF4-FFF2-40B4-BE49-F238E27FC236}">
                      <a16:creationId xmlns:a16="http://schemas.microsoft.com/office/drawing/2014/main" id="{B795D5F5-63B4-415B-A477-145378412BE8}"/>
                    </a:ext>
                  </a:extLst>
                </p:cNvPr>
                <p:cNvSpPr/>
                <p:nvPr/>
              </p:nvSpPr>
              <p:spPr>
                <a:xfrm rot="2437942">
                  <a:off x="5546378" y="2535387"/>
                  <a:ext cx="156200" cy="11896"/>
                </a:xfrm>
                <a:custGeom>
                  <a:avLst/>
                  <a:gdLst>
                    <a:gd name="connsiteX0" fmla="*/ 0 w 156200"/>
                    <a:gd name="connsiteY0" fmla="*/ 0 h 11896"/>
                    <a:gd name="connsiteX1" fmla="*/ 156201 w 156200"/>
                    <a:gd name="connsiteY1" fmla="*/ 0 h 11896"/>
                    <a:gd name="connsiteX2" fmla="*/ 156201 w 156200"/>
                    <a:gd name="connsiteY2" fmla="*/ 11896 h 11896"/>
                    <a:gd name="connsiteX3" fmla="*/ 0 w 156200"/>
                    <a:gd name="connsiteY3" fmla="*/ 11896 h 11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6200" h="11896">
                      <a:moveTo>
                        <a:pt x="0" y="0"/>
                      </a:moveTo>
                      <a:lnTo>
                        <a:pt x="156201" y="0"/>
                      </a:lnTo>
                      <a:lnTo>
                        <a:pt x="156201" y="11896"/>
                      </a:lnTo>
                      <a:lnTo>
                        <a:pt x="0" y="11896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32" name="눈물 방울 31">
            <a:extLst>
              <a:ext uri="{FF2B5EF4-FFF2-40B4-BE49-F238E27FC236}">
                <a16:creationId xmlns:a16="http://schemas.microsoft.com/office/drawing/2014/main" id="{E3F15833-B4AF-4A87-9176-C67D05BD88CE}"/>
              </a:ext>
            </a:extLst>
          </p:cNvPr>
          <p:cNvSpPr/>
          <p:nvPr/>
        </p:nvSpPr>
        <p:spPr>
          <a:xfrm rot="8100000">
            <a:off x="2836880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AFA8D0D-FF82-49BC-A216-13845AB30A49}"/>
              </a:ext>
            </a:extLst>
          </p:cNvPr>
          <p:cNvSpPr/>
          <p:nvPr/>
        </p:nvSpPr>
        <p:spPr>
          <a:xfrm>
            <a:off x="2927418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34" name="그래픽 77">
            <a:extLst>
              <a:ext uri="{FF2B5EF4-FFF2-40B4-BE49-F238E27FC236}">
                <a16:creationId xmlns:a16="http://schemas.microsoft.com/office/drawing/2014/main" id="{0A9D8EA8-97BF-4414-80D7-A6F783C2C1CB}"/>
              </a:ext>
            </a:extLst>
          </p:cNvPr>
          <p:cNvGrpSpPr/>
          <p:nvPr/>
        </p:nvGrpSpPr>
        <p:grpSpPr>
          <a:xfrm>
            <a:off x="3072281" y="2286820"/>
            <a:ext cx="379454" cy="249227"/>
            <a:chOff x="3212595" y="2286820"/>
            <a:chExt cx="379454" cy="24922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5" name="자유형: 도형 20">
              <a:extLst>
                <a:ext uri="{FF2B5EF4-FFF2-40B4-BE49-F238E27FC236}">
                  <a16:creationId xmlns:a16="http://schemas.microsoft.com/office/drawing/2014/main" id="{D5F73C52-9D4E-4C30-AD9B-7D36DCB6D027}"/>
                </a:ext>
              </a:extLst>
            </p:cNvPr>
            <p:cNvSpPr/>
            <p:nvPr/>
          </p:nvSpPr>
          <p:spPr>
            <a:xfrm>
              <a:off x="3212595" y="2286820"/>
              <a:ext cx="331779" cy="142799"/>
            </a:xfrm>
            <a:custGeom>
              <a:avLst/>
              <a:gdLst>
                <a:gd name="connsiteX0" fmla="*/ 317096 w 331779"/>
                <a:gd name="connsiteY0" fmla="*/ 142799 h 142799"/>
                <a:gd name="connsiteX1" fmla="*/ 28349 w 331779"/>
                <a:gd name="connsiteY1" fmla="*/ 142799 h 142799"/>
                <a:gd name="connsiteX2" fmla="*/ 13684 w 331779"/>
                <a:gd name="connsiteY2" fmla="*/ 128018 h 142799"/>
                <a:gd name="connsiteX3" fmla="*/ 13684 w 331779"/>
                <a:gd name="connsiteY3" fmla="*/ 58288 h 142799"/>
                <a:gd name="connsiteX4" fmla="*/ 0 w 331779"/>
                <a:gd name="connsiteY4" fmla="*/ 42567 h 142799"/>
                <a:gd name="connsiteX5" fmla="*/ 13687 w 331779"/>
                <a:gd name="connsiteY5" fmla="*/ 24344 h 142799"/>
                <a:gd name="connsiteX6" fmla="*/ 13687 w 331779"/>
                <a:gd name="connsiteY6" fmla="*/ 14778 h 142799"/>
                <a:gd name="connsiteX7" fmla="*/ 28352 w 331779"/>
                <a:gd name="connsiteY7" fmla="*/ 0 h 142799"/>
                <a:gd name="connsiteX8" fmla="*/ 317096 w 331779"/>
                <a:gd name="connsiteY8" fmla="*/ 0 h 142799"/>
                <a:gd name="connsiteX9" fmla="*/ 331779 w 331779"/>
                <a:gd name="connsiteY9" fmla="*/ 14778 h 142799"/>
                <a:gd name="connsiteX10" fmla="*/ 331779 w 331779"/>
                <a:gd name="connsiteY10" fmla="*/ 128018 h 142799"/>
                <a:gd name="connsiteX11" fmla="*/ 317096 w 331779"/>
                <a:gd name="connsiteY11" fmla="*/ 142799 h 142799"/>
                <a:gd name="connsiteX12" fmla="*/ 15347 w 331779"/>
                <a:gd name="connsiteY12" fmla="*/ 42013 h 142799"/>
                <a:gd name="connsiteX13" fmla="*/ 25622 w 331779"/>
                <a:gd name="connsiteY13" fmla="*/ 53817 h 142799"/>
                <a:gd name="connsiteX14" fmla="*/ 25622 w 331779"/>
                <a:gd name="connsiteY14" fmla="*/ 128015 h 142799"/>
                <a:gd name="connsiteX15" fmla="*/ 28352 w 331779"/>
                <a:gd name="connsiteY15" fmla="*/ 130858 h 142799"/>
                <a:gd name="connsiteX16" fmla="*/ 317096 w 331779"/>
                <a:gd name="connsiteY16" fmla="*/ 130858 h 142799"/>
                <a:gd name="connsiteX17" fmla="*/ 319838 w 331779"/>
                <a:gd name="connsiteY17" fmla="*/ 128015 h 142799"/>
                <a:gd name="connsiteX18" fmla="*/ 319844 w 331779"/>
                <a:gd name="connsiteY18" fmla="*/ 14775 h 142799"/>
                <a:gd name="connsiteX19" fmla="*/ 317099 w 331779"/>
                <a:gd name="connsiteY19" fmla="*/ 11935 h 142799"/>
                <a:gd name="connsiteX20" fmla="*/ 28352 w 331779"/>
                <a:gd name="connsiteY20" fmla="*/ 11935 h 142799"/>
                <a:gd name="connsiteX21" fmla="*/ 25622 w 331779"/>
                <a:gd name="connsiteY21" fmla="*/ 14775 h 142799"/>
                <a:gd name="connsiteX22" fmla="*/ 25622 w 331779"/>
                <a:gd name="connsiteY22" fmla="*/ 28326 h 142799"/>
                <a:gd name="connsiteX23" fmla="*/ 15347 w 331779"/>
                <a:gd name="connsiteY23" fmla="*/ 42013 h 14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1779" h="142799">
                  <a:moveTo>
                    <a:pt x="317096" y="142799"/>
                  </a:moveTo>
                  <a:lnTo>
                    <a:pt x="28349" y="142799"/>
                  </a:lnTo>
                  <a:cubicBezTo>
                    <a:pt x="20262" y="142799"/>
                    <a:pt x="13684" y="136171"/>
                    <a:pt x="13684" y="128018"/>
                  </a:cubicBezTo>
                  <a:lnTo>
                    <a:pt x="13684" y="58288"/>
                  </a:lnTo>
                  <a:lnTo>
                    <a:pt x="0" y="42567"/>
                  </a:lnTo>
                  <a:lnTo>
                    <a:pt x="13687" y="24344"/>
                  </a:lnTo>
                  <a:lnTo>
                    <a:pt x="13687" y="14778"/>
                  </a:lnTo>
                  <a:cubicBezTo>
                    <a:pt x="13687" y="6629"/>
                    <a:pt x="20268" y="0"/>
                    <a:pt x="28352" y="0"/>
                  </a:cubicBezTo>
                  <a:lnTo>
                    <a:pt x="317096" y="0"/>
                  </a:lnTo>
                  <a:cubicBezTo>
                    <a:pt x="325189" y="0"/>
                    <a:pt x="331779" y="6629"/>
                    <a:pt x="331779" y="14778"/>
                  </a:cubicBezTo>
                  <a:lnTo>
                    <a:pt x="331779" y="128018"/>
                  </a:lnTo>
                  <a:cubicBezTo>
                    <a:pt x="331773" y="136171"/>
                    <a:pt x="325180" y="142799"/>
                    <a:pt x="317096" y="142799"/>
                  </a:cubicBezTo>
                  <a:close/>
                  <a:moveTo>
                    <a:pt x="15347" y="42013"/>
                  </a:moveTo>
                  <a:lnTo>
                    <a:pt x="25622" y="53817"/>
                  </a:lnTo>
                  <a:lnTo>
                    <a:pt x="25622" y="128015"/>
                  </a:lnTo>
                  <a:cubicBezTo>
                    <a:pt x="25622" y="129557"/>
                    <a:pt x="26873" y="130858"/>
                    <a:pt x="28352" y="130858"/>
                  </a:cubicBezTo>
                  <a:lnTo>
                    <a:pt x="317096" y="130858"/>
                  </a:lnTo>
                  <a:cubicBezTo>
                    <a:pt x="318581" y="130858"/>
                    <a:pt x="319838" y="129557"/>
                    <a:pt x="319838" y="128015"/>
                  </a:cubicBezTo>
                  <a:lnTo>
                    <a:pt x="319844" y="14775"/>
                  </a:lnTo>
                  <a:cubicBezTo>
                    <a:pt x="319844" y="13233"/>
                    <a:pt x="318587" y="11935"/>
                    <a:pt x="317099" y="11935"/>
                  </a:cubicBezTo>
                  <a:lnTo>
                    <a:pt x="28352" y="11935"/>
                  </a:lnTo>
                  <a:cubicBezTo>
                    <a:pt x="26873" y="11935"/>
                    <a:pt x="25622" y="13236"/>
                    <a:pt x="25622" y="14775"/>
                  </a:cubicBezTo>
                  <a:lnTo>
                    <a:pt x="25622" y="28326"/>
                  </a:lnTo>
                  <a:lnTo>
                    <a:pt x="15347" y="4201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6" name="자유형: 도형 21">
              <a:extLst>
                <a:ext uri="{FF2B5EF4-FFF2-40B4-BE49-F238E27FC236}">
                  <a16:creationId xmlns:a16="http://schemas.microsoft.com/office/drawing/2014/main" id="{28F5161C-B044-4E83-BE9A-5DA1C56195F2}"/>
                </a:ext>
              </a:extLst>
            </p:cNvPr>
            <p:cNvSpPr/>
            <p:nvPr/>
          </p:nvSpPr>
          <p:spPr>
            <a:xfrm>
              <a:off x="3262033" y="2451462"/>
              <a:ext cx="330015" cy="84585"/>
            </a:xfrm>
            <a:custGeom>
              <a:avLst/>
              <a:gdLst>
                <a:gd name="connsiteX0" fmla="*/ 301675 w 330015"/>
                <a:gd name="connsiteY0" fmla="*/ 84586 h 84585"/>
                <a:gd name="connsiteX1" fmla="*/ 14683 w 330015"/>
                <a:gd name="connsiteY1" fmla="*/ 84586 h 84585"/>
                <a:gd name="connsiteX2" fmla="*/ 3 w 330015"/>
                <a:gd name="connsiteY2" fmla="*/ 69811 h 84585"/>
                <a:gd name="connsiteX3" fmla="*/ 0 w 330015"/>
                <a:gd name="connsiteY3" fmla="*/ 14772 h 84585"/>
                <a:gd name="connsiteX4" fmla="*/ 14680 w 330015"/>
                <a:gd name="connsiteY4" fmla="*/ 0 h 84585"/>
                <a:gd name="connsiteX5" fmla="*/ 301675 w 330015"/>
                <a:gd name="connsiteY5" fmla="*/ 0 h 84585"/>
                <a:gd name="connsiteX6" fmla="*/ 316358 w 330015"/>
                <a:gd name="connsiteY6" fmla="*/ 14772 h 84585"/>
                <a:gd name="connsiteX7" fmla="*/ 316358 w 330015"/>
                <a:gd name="connsiteY7" fmla="*/ 24347 h 84585"/>
                <a:gd name="connsiteX8" fmla="*/ 330015 w 330015"/>
                <a:gd name="connsiteY8" fmla="*/ 42570 h 84585"/>
                <a:gd name="connsiteX9" fmla="*/ 316361 w 330015"/>
                <a:gd name="connsiteY9" fmla="*/ 58285 h 84585"/>
                <a:gd name="connsiteX10" fmla="*/ 316361 w 330015"/>
                <a:gd name="connsiteY10" fmla="*/ 69811 h 84585"/>
                <a:gd name="connsiteX11" fmla="*/ 301675 w 330015"/>
                <a:gd name="connsiteY11" fmla="*/ 84586 h 84585"/>
                <a:gd name="connsiteX12" fmla="*/ 14680 w 330015"/>
                <a:gd name="connsiteY12" fmla="*/ 11935 h 84585"/>
                <a:gd name="connsiteX13" fmla="*/ 11938 w 330015"/>
                <a:gd name="connsiteY13" fmla="*/ 14769 h 84585"/>
                <a:gd name="connsiteX14" fmla="*/ 11938 w 330015"/>
                <a:gd name="connsiteY14" fmla="*/ 69808 h 84585"/>
                <a:gd name="connsiteX15" fmla="*/ 14683 w 330015"/>
                <a:gd name="connsiteY15" fmla="*/ 72645 h 84585"/>
                <a:gd name="connsiteX16" fmla="*/ 301678 w 330015"/>
                <a:gd name="connsiteY16" fmla="*/ 72645 h 84585"/>
                <a:gd name="connsiteX17" fmla="*/ 304423 w 330015"/>
                <a:gd name="connsiteY17" fmla="*/ 69808 h 84585"/>
                <a:gd name="connsiteX18" fmla="*/ 304423 w 330015"/>
                <a:gd name="connsiteY18" fmla="*/ 53817 h 84585"/>
                <a:gd name="connsiteX19" fmla="*/ 314683 w 330015"/>
                <a:gd name="connsiteY19" fmla="*/ 42013 h 84585"/>
                <a:gd name="connsiteX20" fmla="*/ 304420 w 330015"/>
                <a:gd name="connsiteY20" fmla="*/ 28323 h 84585"/>
                <a:gd name="connsiteX21" fmla="*/ 304420 w 330015"/>
                <a:gd name="connsiteY21" fmla="*/ 14769 h 84585"/>
                <a:gd name="connsiteX22" fmla="*/ 301675 w 330015"/>
                <a:gd name="connsiteY22" fmla="*/ 11935 h 84585"/>
                <a:gd name="connsiteX23" fmla="*/ 14680 w 330015"/>
                <a:gd name="connsiteY23" fmla="*/ 11935 h 8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0015" h="84585">
                  <a:moveTo>
                    <a:pt x="301675" y="84586"/>
                  </a:moveTo>
                  <a:lnTo>
                    <a:pt x="14683" y="84586"/>
                  </a:lnTo>
                  <a:cubicBezTo>
                    <a:pt x="6590" y="84586"/>
                    <a:pt x="3" y="77960"/>
                    <a:pt x="3" y="69811"/>
                  </a:cubicBezTo>
                  <a:lnTo>
                    <a:pt x="0" y="14772"/>
                  </a:lnTo>
                  <a:cubicBezTo>
                    <a:pt x="0" y="6626"/>
                    <a:pt x="6587" y="0"/>
                    <a:pt x="14680" y="0"/>
                  </a:cubicBezTo>
                  <a:lnTo>
                    <a:pt x="301675" y="0"/>
                  </a:lnTo>
                  <a:cubicBezTo>
                    <a:pt x="309768" y="0"/>
                    <a:pt x="316358" y="6626"/>
                    <a:pt x="316358" y="14772"/>
                  </a:cubicBezTo>
                  <a:lnTo>
                    <a:pt x="316358" y="24347"/>
                  </a:lnTo>
                  <a:lnTo>
                    <a:pt x="330015" y="42570"/>
                  </a:lnTo>
                  <a:lnTo>
                    <a:pt x="316361" y="58285"/>
                  </a:lnTo>
                  <a:lnTo>
                    <a:pt x="316361" y="69811"/>
                  </a:lnTo>
                  <a:cubicBezTo>
                    <a:pt x="316361" y="77960"/>
                    <a:pt x="309771" y="84586"/>
                    <a:pt x="301675" y="84586"/>
                  </a:cubicBezTo>
                  <a:close/>
                  <a:moveTo>
                    <a:pt x="14680" y="11935"/>
                  </a:moveTo>
                  <a:cubicBezTo>
                    <a:pt x="13195" y="11935"/>
                    <a:pt x="11938" y="13233"/>
                    <a:pt x="11938" y="14769"/>
                  </a:cubicBezTo>
                  <a:lnTo>
                    <a:pt x="11938" y="69808"/>
                  </a:lnTo>
                  <a:cubicBezTo>
                    <a:pt x="11938" y="71343"/>
                    <a:pt x="13195" y="72645"/>
                    <a:pt x="14683" y="72645"/>
                  </a:cubicBezTo>
                  <a:lnTo>
                    <a:pt x="301678" y="72645"/>
                  </a:lnTo>
                  <a:cubicBezTo>
                    <a:pt x="303166" y="72645"/>
                    <a:pt x="304423" y="71346"/>
                    <a:pt x="304423" y="69808"/>
                  </a:cubicBezTo>
                  <a:lnTo>
                    <a:pt x="304423" y="53817"/>
                  </a:lnTo>
                  <a:lnTo>
                    <a:pt x="314683" y="42013"/>
                  </a:lnTo>
                  <a:lnTo>
                    <a:pt x="304420" y="28323"/>
                  </a:lnTo>
                  <a:lnTo>
                    <a:pt x="304420" y="14769"/>
                  </a:lnTo>
                  <a:cubicBezTo>
                    <a:pt x="304420" y="13233"/>
                    <a:pt x="303163" y="11935"/>
                    <a:pt x="301675" y="11935"/>
                  </a:cubicBezTo>
                  <a:lnTo>
                    <a:pt x="14680" y="11935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7" name="자유형: 도형 22">
              <a:extLst>
                <a:ext uri="{FF2B5EF4-FFF2-40B4-BE49-F238E27FC236}">
                  <a16:creationId xmlns:a16="http://schemas.microsoft.com/office/drawing/2014/main" id="{5BDEFC72-170B-4A7C-9F31-86A7270A8015}"/>
                </a:ext>
              </a:extLst>
            </p:cNvPr>
            <p:cNvSpPr/>
            <p:nvPr/>
          </p:nvSpPr>
          <p:spPr>
            <a:xfrm>
              <a:off x="3259525" y="2322700"/>
              <a:ext cx="89897" cy="11937"/>
            </a:xfrm>
            <a:custGeom>
              <a:avLst/>
              <a:gdLst>
                <a:gd name="connsiteX0" fmla="*/ 0 w 89897"/>
                <a:gd name="connsiteY0" fmla="*/ 0 h 11937"/>
                <a:gd name="connsiteX1" fmla="*/ 89898 w 89897"/>
                <a:gd name="connsiteY1" fmla="*/ 0 h 11937"/>
                <a:gd name="connsiteX2" fmla="*/ 89898 w 89897"/>
                <a:gd name="connsiteY2" fmla="*/ 11938 h 11937"/>
                <a:gd name="connsiteX3" fmla="*/ 0 w 89897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97" h="11937">
                  <a:moveTo>
                    <a:pt x="0" y="0"/>
                  </a:moveTo>
                  <a:lnTo>
                    <a:pt x="89898" y="0"/>
                  </a:lnTo>
                  <a:lnTo>
                    <a:pt x="89898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8" name="자유형: 도형 23">
              <a:extLst>
                <a:ext uri="{FF2B5EF4-FFF2-40B4-BE49-F238E27FC236}">
                  <a16:creationId xmlns:a16="http://schemas.microsoft.com/office/drawing/2014/main" id="{C1CE133F-5B69-4736-84AF-7E2353D093F6}"/>
                </a:ext>
              </a:extLst>
            </p:cNvPr>
            <p:cNvSpPr/>
            <p:nvPr/>
          </p:nvSpPr>
          <p:spPr>
            <a:xfrm>
              <a:off x="3363804" y="2322700"/>
              <a:ext cx="86302" cy="11937"/>
            </a:xfrm>
            <a:custGeom>
              <a:avLst/>
              <a:gdLst>
                <a:gd name="connsiteX0" fmla="*/ 0 w 86302"/>
                <a:gd name="connsiteY0" fmla="*/ 0 h 11937"/>
                <a:gd name="connsiteX1" fmla="*/ 86302 w 86302"/>
                <a:gd name="connsiteY1" fmla="*/ 0 h 11937"/>
                <a:gd name="connsiteX2" fmla="*/ 86302 w 86302"/>
                <a:gd name="connsiteY2" fmla="*/ 11938 h 11937"/>
                <a:gd name="connsiteX3" fmla="*/ 0 w 86302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02" h="11937">
                  <a:moveTo>
                    <a:pt x="0" y="0"/>
                  </a:moveTo>
                  <a:lnTo>
                    <a:pt x="86302" y="0"/>
                  </a:lnTo>
                  <a:lnTo>
                    <a:pt x="86302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9" name="자유형: 도형 33">
              <a:extLst>
                <a:ext uri="{FF2B5EF4-FFF2-40B4-BE49-F238E27FC236}">
                  <a16:creationId xmlns:a16="http://schemas.microsoft.com/office/drawing/2014/main" id="{98837263-995A-43EE-AEAD-307FD8ED140D}"/>
                </a:ext>
              </a:extLst>
            </p:cNvPr>
            <p:cNvSpPr/>
            <p:nvPr/>
          </p:nvSpPr>
          <p:spPr>
            <a:xfrm>
              <a:off x="3416839" y="2322700"/>
              <a:ext cx="75514" cy="11937"/>
            </a:xfrm>
            <a:custGeom>
              <a:avLst/>
              <a:gdLst>
                <a:gd name="connsiteX0" fmla="*/ 0 w 75514"/>
                <a:gd name="connsiteY0" fmla="*/ 0 h 11937"/>
                <a:gd name="connsiteX1" fmla="*/ 75514 w 75514"/>
                <a:gd name="connsiteY1" fmla="*/ 0 h 11937"/>
                <a:gd name="connsiteX2" fmla="*/ 75514 w 75514"/>
                <a:gd name="connsiteY2" fmla="*/ 11938 h 11937"/>
                <a:gd name="connsiteX3" fmla="*/ 0 w 75514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14" h="11937">
                  <a:moveTo>
                    <a:pt x="0" y="0"/>
                  </a:moveTo>
                  <a:lnTo>
                    <a:pt x="75514" y="0"/>
                  </a:lnTo>
                  <a:lnTo>
                    <a:pt x="7551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0" name="자유형: 도형 34">
              <a:extLst>
                <a:ext uri="{FF2B5EF4-FFF2-40B4-BE49-F238E27FC236}">
                  <a16:creationId xmlns:a16="http://schemas.microsoft.com/office/drawing/2014/main" id="{8F448BE8-6C57-4AC7-A25C-64BC2C0FBC3D}"/>
                </a:ext>
              </a:extLst>
            </p:cNvPr>
            <p:cNvSpPr/>
            <p:nvPr/>
          </p:nvSpPr>
          <p:spPr>
            <a:xfrm>
              <a:off x="3259525" y="2350889"/>
              <a:ext cx="38653" cy="11937"/>
            </a:xfrm>
            <a:custGeom>
              <a:avLst/>
              <a:gdLst>
                <a:gd name="connsiteX0" fmla="*/ 0 w 38653"/>
                <a:gd name="connsiteY0" fmla="*/ 0 h 11937"/>
                <a:gd name="connsiteX1" fmla="*/ 38654 w 38653"/>
                <a:gd name="connsiteY1" fmla="*/ 0 h 11937"/>
                <a:gd name="connsiteX2" fmla="*/ 38654 w 38653"/>
                <a:gd name="connsiteY2" fmla="*/ 11938 h 11937"/>
                <a:gd name="connsiteX3" fmla="*/ 0 w 38653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653" h="11937">
                  <a:moveTo>
                    <a:pt x="0" y="0"/>
                  </a:moveTo>
                  <a:lnTo>
                    <a:pt x="38654" y="0"/>
                  </a:lnTo>
                  <a:lnTo>
                    <a:pt x="3865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1" name="자유형: 도형 35">
              <a:extLst>
                <a:ext uri="{FF2B5EF4-FFF2-40B4-BE49-F238E27FC236}">
                  <a16:creationId xmlns:a16="http://schemas.microsoft.com/office/drawing/2014/main" id="{C4FCA94F-67FE-4820-89D8-4764B54CAE01}"/>
                </a:ext>
              </a:extLst>
            </p:cNvPr>
            <p:cNvSpPr/>
            <p:nvPr/>
          </p:nvSpPr>
          <p:spPr>
            <a:xfrm>
              <a:off x="3314359" y="2350889"/>
              <a:ext cx="132150" cy="11937"/>
            </a:xfrm>
            <a:custGeom>
              <a:avLst/>
              <a:gdLst>
                <a:gd name="connsiteX0" fmla="*/ 0 w 132150"/>
                <a:gd name="connsiteY0" fmla="*/ 0 h 11937"/>
                <a:gd name="connsiteX1" fmla="*/ 132151 w 132150"/>
                <a:gd name="connsiteY1" fmla="*/ 0 h 11937"/>
                <a:gd name="connsiteX2" fmla="*/ 132151 w 132150"/>
                <a:gd name="connsiteY2" fmla="*/ 11938 h 11937"/>
                <a:gd name="connsiteX3" fmla="*/ 0 w 132150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0" h="11937">
                  <a:moveTo>
                    <a:pt x="0" y="0"/>
                  </a:moveTo>
                  <a:lnTo>
                    <a:pt x="132151" y="0"/>
                  </a:lnTo>
                  <a:lnTo>
                    <a:pt x="132151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2" name="자유형: 도형 36">
              <a:extLst>
                <a:ext uri="{FF2B5EF4-FFF2-40B4-BE49-F238E27FC236}">
                  <a16:creationId xmlns:a16="http://schemas.microsoft.com/office/drawing/2014/main" id="{E708247D-6822-43B2-8F6B-FF9C3A6DF647}"/>
                </a:ext>
              </a:extLst>
            </p:cNvPr>
            <p:cNvSpPr/>
            <p:nvPr/>
          </p:nvSpPr>
          <p:spPr>
            <a:xfrm>
              <a:off x="3460888" y="2350889"/>
              <a:ext cx="44950" cy="11937"/>
            </a:xfrm>
            <a:custGeom>
              <a:avLst/>
              <a:gdLst>
                <a:gd name="connsiteX0" fmla="*/ 0 w 44950"/>
                <a:gd name="connsiteY0" fmla="*/ 0 h 11937"/>
                <a:gd name="connsiteX1" fmla="*/ 44950 w 44950"/>
                <a:gd name="connsiteY1" fmla="*/ 0 h 11937"/>
                <a:gd name="connsiteX2" fmla="*/ 44950 w 44950"/>
                <a:gd name="connsiteY2" fmla="*/ 11938 h 11937"/>
                <a:gd name="connsiteX3" fmla="*/ 0 w 44950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50" h="11937">
                  <a:moveTo>
                    <a:pt x="0" y="0"/>
                  </a:moveTo>
                  <a:lnTo>
                    <a:pt x="44950" y="0"/>
                  </a:lnTo>
                  <a:lnTo>
                    <a:pt x="44950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3" name="자유형: 도형 39">
              <a:extLst>
                <a:ext uri="{FF2B5EF4-FFF2-40B4-BE49-F238E27FC236}">
                  <a16:creationId xmlns:a16="http://schemas.microsoft.com/office/drawing/2014/main" id="{0D90CC54-6ECA-4D8E-93AA-CE3B116FCC09}"/>
                </a:ext>
              </a:extLst>
            </p:cNvPr>
            <p:cNvSpPr/>
            <p:nvPr/>
          </p:nvSpPr>
          <p:spPr>
            <a:xfrm>
              <a:off x="3259525" y="2379078"/>
              <a:ext cx="89897" cy="11937"/>
            </a:xfrm>
            <a:custGeom>
              <a:avLst/>
              <a:gdLst>
                <a:gd name="connsiteX0" fmla="*/ 0 w 89897"/>
                <a:gd name="connsiteY0" fmla="*/ 0 h 11937"/>
                <a:gd name="connsiteX1" fmla="*/ 89898 w 89897"/>
                <a:gd name="connsiteY1" fmla="*/ 0 h 11937"/>
                <a:gd name="connsiteX2" fmla="*/ 89898 w 89897"/>
                <a:gd name="connsiteY2" fmla="*/ 11938 h 11937"/>
                <a:gd name="connsiteX3" fmla="*/ 0 w 89897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97" h="11937">
                  <a:moveTo>
                    <a:pt x="0" y="0"/>
                  </a:moveTo>
                  <a:lnTo>
                    <a:pt x="89898" y="0"/>
                  </a:lnTo>
                  <a:lnTo>
                    <a:pt x="89898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4" name="자유형: 도형 40">
              <a:extLst>
                <a:ext uri="{FF2B5EF4-FFF2-40B4-BE49-F238E27FC236}">
                  <a16:creationId xmlns:a16="http://schemas.microsoft.com/office/drawing/2014/main" id="{BD08CFFE-BBAF-448B-B2D2-CEF50EC76946}"/>
                </a:ext>
              </a:extLst>
            </p:cNvPr>
            <p:cNvSpPr/>
            <p:nvPr/>
          </p:nvSpPr>
          <p:spPr>
            <a:xfrm>
              <a:off x="3363804" y="2379078"/>
              <a:ext cx="60226" cy="11937"/>
            </a:xfrm>
            <a:custGeom>
              <a:avLst/>
              <a:gdLst>
                <a:gd name="connsiteX0" fmla="*/ 0 w 60226"/>
                <a:gd name="connsiteY0" fmla="*/ 0 h 11937"/>
                <a:gd name="connsiteX1" fmla="*/ 60226 w 60226"/>
                <a:gd name="connsiteY1" fmla="*/ 0 h 11937"/>
                <a:gd name="connsiteX2" fmla="*/ 60226 w 60226"/>
                <a:gd name="connsiteY2" fmla="*/ 11938 h 11937"/>
                <a:gd name="connsiteX3" fmla="*/ 0 w 60226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26" h="11937">
                  <a:moveTo>
                    <a:pt x="0" y="0"/>
                  </a:moveTo>
                  <a:lnTo>
                    <a:pt x="60226" y="0"/>
                  </a:lnTo>
                  <a:lnTo>
                    <a:pt x="60226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5" name="자유형: 도형 41">
              <a:extLst>
                <a:ext uri="{FF2B5EF4-FFF2-40B4-BE49-F238E27FC236}">
                  <a16:creationId xmlns:a16="http://schemas.microsoft.com/office/drawing/2014/main" id="{8D1B56A1-CBCB-446A-84E7-B4C80085C9C9}"/>
                </a:ext>
              </a:extLst>
            </p:cNvPr>
            <p:cNvSpPr/>
            <p:nvPr/>
          </p:nvSpPr>
          <p:spPr>
            <a:xfrm>
              <a:off x="3293685" y="2487294"/>
              <a:ext cx="82703" cy="11937"/>
            </a:xfrm>
            <a:custGeom>
              <a:avLst/>
              <a:gdLst>
                <a:gd name="connsiteX0" fmla="*/ 0 w 82703"/>
                <a:gd name="connsiteY0" fmla="*/ 0 h 11937"/>
                <a:gd name="connsiteX1" fmla="*/ 82703 w 82703"/>
                <a:gd name="connsiteY1" fmla="*/ 0 h 11937"/>
                <a:gd name="connsiteX2" fmla="*/ 82703 w 82703"/>
                <a:gd name="connsiteY2" fmla="*/ 11938 h 11937"/>
                <a:gd name="connsiteX3" fmla="*/ 0 w 82703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703" h="11937">
                  <a:moveTo>
                    <a:pt x="0" y="0"/>
                  </a:moveTo>
                  <a:lnTo>
                    <a:pt x="82703" y="0"/>
                  </a:lnTo>
                  <a:lnTo>
                    <a:pt x="82703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6" name="자유형: 도형 42">
              <a:extLst>
                <a:ext uri="{FF2B5EF4-FFF2-40B4-BE49-F238E27FC236}">
                  <a16:creationId xmlns:a16="http://schemas.microsoft.com/office/drawing/2014/main" id="{1C614EDA-A61A-4B2E-87C1-E69DA8EB4085}"/>
                </a:ext>
              </a:extLst>
            </p:cNvPr>
            <p:cNvSpPr/>
            <p:nvPr/>
          </p:nvSpPr>
          <p:spPr>
            <a:xfrm>
              <a:off x="3394362" y="2487294"/>
              <a:ext cx="105182" cy="11937"/>
            </a:xfrm>
            <a:custGeom>
              <a:avLst/>
              <a:gdLst>
                <a:gd name="connsiteX0" fmla="*/ 0 w 105182"/>
                <a:gd name="connsiteY0" fmla="*/ 0 h 11937"/>
                <a:gd name="connsiteX1" fmla="*/ 105183 w 105182"/>
                <a:gd name="connsiteY1" fmla="*/ 0 h 11937"/>
                <a:gd name="connsiteX2" fmla="*/ 105183 w 105182"/>
                <a:gd name="connsiteY2" fmla="*/ 11938 h 11937"/>
                <a:gd name="connsiteX3" fmla="*/ 0 w 105182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82" h="11937">
                  <a:moveTo>
                    <a:pt x="0" y="0"/>
                  </a:moveTo>
                  <a:lnTo>
                    <a:pt x="105183" y="0"/>
                  </a:lnTo>
                  <a:lnTo>
                    <a:pt x="105183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7" name="자유형: 도형 43">
              <a:extLst>
                <a:ext uri="{FF2B5EF4-FFF2-40B4-BE49-F238E27FC236}">
                  <a16:creationId xmlns:a16="http://schemas.microsoft.com/office/drawing/2014/main" id="{8A3993B5-77DB-45AC-A804-B23FC3F9E6B3}"/>
                </a:ext>
              </a:extLst>
            </p:cNvPr>
            <p:cNvSpPr/>
            <p:nvPr/>
          </p:nvSpPr>
          <p:spPr>
            <a:xfrm>
              <a:off x="3515129" y="2487294"/>
              <a:ext cx="24869" cy="11937"/>
            </a:xfrm>
            <a:custGeom>
              <a:avLst/>
              <a:gdLst>
                <a:gd name="connsiteX0" fmla="*/ 0 w 24869"/>
                <a:gd name="connsiteY0" fmla="*/ 0 h 11937"/>
                <a:gd name="connsiteX1" fmla="*/ 24869 w 24869"/>
                <a:gd name="connsiteY1" fmla="*/ 0 h 11937"/>
                <a:gd name="connsiteX2" fmla="*/ 24869 w 24869"/>
                <a:gd name="connsiteY2" fmla="*/ 11938 h 11937"/>
                <a:gd name="connsiteX3" fmla="*/ 0 w 24869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69" h="11937">
                  <a:moveTo>
                    <a:pt x="0" y="0"/>
                  </a:moveTo>
                  <a:lnTo>
                    <a:pt x="24869" y="0"/>
                  </a:lnTo>
                  <a:lnTo>
                    <a:pt x="24869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48" name="눈물 방울 47">
            <a:extLst>
              <a:ext uri="{FF2B5EF4-FFF2-40B4-BE49-F238E27FC236}">
                <a16:creationId xmlns:a16="http://schemas.microsoft.com/office/drawing/2014/main" id="{9C43C1F2-6DDD-44BF-9CD8-A71BA2C79A7A}"/>
              </a:ext>
            </a:extLst>
          </p:cNvPr>
          <p:cNvSpPr/>
          <p:nvPr/>
        </p:nvSpPr>
        <p:spPr>
          <a:xfrm rot="8100000">
            <a:off x="7231438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899D686-FAA0-4105-AE14-1C2EE3D54DB1}"/>
              </a:ext>
            </a:extLst>
          </p:cNvPr>
          <p:cNvSpPr/>
          <p:nvPr/>
        </p:nvSpPr>
        <p:spPr>
          <a:xfrm>
            <a:off x="7321976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50" name="그래픽 82">
            <a:extLst>
              <a:ext uri="{FF2B5EF4-FFF2-40B4-BE49-F238E27FC236}">
                <a16:creationId xmlns:a16="http://schemas.microsoft.com/office/drawing/2014/main" id="{D9E4B391-29A5-4BCD-9462-7D526372D0DE}"/>
              </a:ext>
            </a:extLst>
          </p:cNvPr>
          <p:cNvGrpSpPr/>
          <p:nvPr/>
        </p:nvGrpSpPr>
        <p:grpSpPr>
          <a:xfrm>
            <a:off x="7468638" y="2221705"/>
            <a:ext cx="375849" cy="379454"/>
            <a:chOff x="7422460" y="2221705"/>
            <a:chExt cx="375849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" name="자유형: 도형 45">
              <a:extLst>
                <a:ext uri="{FF2B5EF4-FFF2-40B4-BE49-F238E27FC236}">
                  <a16:creationId xmlns:a16="http://schemas.microsoft.com/office/drawing/2014/main" id="{A3B13EA6-3E5E-4922-903F-48CF6ACDDBCD}"/>
                </a:ext>
              </a:extLst>
            </p:cNvPr>
            <p:cNvSpPr/>
            <p:nvPr/>
          </p:nvSpPr>
          <p:spPr>
            <a:xfrm>
              <a:off x="7424506" y="2416259"/>
              <a:ext cx="185063" cy="184900"/>
            </a:xfrm>
            <a:custGeom>
              <a:avLst/>
              <a:gdLst>
                <a:gd name="connsiteX0" fmla="*/ 63979 w 185063"/>
                <a:gd name="connsiteY0" fmla="*/ 184901 h 184900"/>
                <a:gd name="connsiteX1" fmla="*/ 41932 w 185063"/>
                <a:gd name="connsiteY1" fmla="*/ 180931 h 184900"/>
                <a:gd name="connsiteX2" fmla="*/ 33282 w 185063"/>
                <a:gd name="connsiteY2" fmla="*/ 177712 h 184900"/>
                <a:gd name="connsiteX3" fmla="*/ 72377 w 185063"/>
                <a:gd name="connsiteY3" fmla="*/ 138015 h 184900"/>
                <a:gd name="connsiteX4" fmla="*/ 66831 w 185063"/>
                <a:gd name="connsiteY4" fmla="*/ 116996 h 184900"/>
                <a:gd name="connsiteX5" fmla="*/ 46317 w 185063"/>
                <a:gd name="connsiteY5" fmla="*/ 111408 h 184900"/>
                <a:gd name="connsiteX6" fmla="*/ 7105 w 185063"/>
                <a:gd name="connsiteY6" fmla="*/ 151239 h 184900"/>
                <a:gd name="connsiteX7" fmla="*/ 3886 w 185063"/>
                <a:gd name="connsiteY7" fmla="*/ 142310 h 184900"/>
                <a:gd name="connsiteX8" fmla="*/ 18670 w 185063"/>
                <a:gd name="connsiteY8" fmla="*/ 74047 h 184900"/>
                <a:gd name="connsiteX9" fmla="*/ 79056 w 185063"/>
                <a:gd name="connsiteY9" fmla="*/ 56802 h 184900"/>
                <a:gd name="connsiteX10" fmla="*/ 134978 w 185063"/>
                <a:gd name="connsiteY10" fmla="*/ 0 h 184900"/>
                <a:gd name="connsiteX11" fmla="*/ 143498 w 185063"/>
                <a:gd name="connsiteY11" fmla="*/ 8387 h 184900"/>
                <a:gd name="connsiteX12" fmla="*/ 82566 w 185063"/>
                <a:gd name="connsiteY12" fmla="*/ 70267 h 184900"/>
                <a:gd name="connsiteX13" fmla="*/ 79101 w 185063"/>
                <a:gd name="connsiteY13" fmla="*/ 69206 h 184900"/>
                <a:gd name="connsiteX14" fmla="*/ 27184 w 185063"/>
                <a:gd name="connsiteY14" fmla="*/ 82430 h 184900"/>
                <a:gd name="connsiteX15" fmla="*/ 12631 w 185063"/>
                <a:gd name="connsiteY15" fmla="*/ 128587 h 184900"/>
                <a:gd name="connsiteX16" fmla="*/ 42706 w 185063"/>
                <a:gd name="connsiteY16" fmla="*/ 98041 h 184900"/>
                <a:gd name="connsiteX17" fmla="*/ 76629 w 185063"/>
                <a:gd name="connsiteY17" fmla="*/ 107279 h 184900"/>
                <a:gd name="connsiteX18" fmla="*/ 85673 w 185063"/>
                <a:gd name="connsiteY18" fmla="*/ 141554 h 184900"/>
                <a:gd name="connsiteX19" fmla="*/ 55456 w 185063"/>
                <a:gd name="connsiteY19" fmla="*/ 172237 h 184900"/>
                <a:gd name="connsiteX20" fmla="*/ 100842 w 185063"/>
                <a:gd name="connsiteY20" fmla="*/ 157515 h 184900"/>
                <a:gd name="connsiteX21" fmla="*/ 113904 w 185063"/>
                <a:gd name="connsiteY21" fmla="*/ 104578 h 184900"/>
                <a:gd name="connsiteX22" fmla="*/ 112899 w 185063"/>
                <a:gd name="connsiteY22" fmla="*/ 101193 h 184900"/>
                <a:gd name="connsiteX23" fmla="*/ 176544 w 185063"/>
                <a:gd name="connsiteY23" fmla="*/ 36555 h 184900"/>
                <a:gd name="connsiteX24" fmla="*/ 185063 w 185063"/>
                <a:gd name="connsiteY24" fmla="*/ 44942 h 184900"/>
                <a:gd name="connsiteX25" fmla="*/ 126293 w 185063"/>
                <a:gd name="connsiteY25" fmla="*/ 104634 h 184900"/>
                <a:gd name="connsiteX26" fmla="*/ 109365 w 185063"/>
                <a:gd name="connsiteY26" fmla="*/ 165898 h 184900"/>
                <a:gd name="connsiteX27" fmla="*/ 63979 w 185063"/>
                <a:gd name="connsiteY27" fmla="*/ 184901 h 1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5063" h="184900">
                  <a:moveTo>
                    <a:pt x="63979" y="184901"/>
                  </a:moveTo>
                  <a:cubicBezTo>
                    <a:pt x="56571" y="184901"/>
                    <a:pt x="49109" y="183602"/>
                    <a:pt x="41932" y="180931"/>
                  </a:cubicBezTo>
                  <a:lnTo>
                    <a:pt x="33282" y="177712"/>
                  </a:lnTo>
                  <a:lnTo>
                    <a:pt x="72377" y="138015"/>
                  </a:lnTo>
                  <a:lnTo>
                    <a:pt x="66831" y="116996"/>
                  </a:lnTo>
                  <a:lnTo>
                    <a:pt x="46317" y="111408"/>
                  </a:lnTo>
                  <a:lnTo>
                    <a:pt x="7105" y="151239"/>
                  </a:lnTo>
                  <a:lnTo>
                    <a:pt x="3886" y="142310"/>
                  </a:lnTo>
                  <a:cubicBezTo>
                    <a:pt x="-4655" y="118627"/>
                    <a:pt x="1150" y="91834"/>
                    <a:pt x="18670" y="74047"/>
                  </a:cubicBezTo>
                  <a:cubicBezTo>
                    <a:pt x="34527" y="57935"/>
                    <a:pt x="57371" y="51499"/>
                    <a:pt x="79056" y="56802"/>
                  </a:cubicBezTo>
                  <a:lnTo>
                    <a:pt x="134978" y="0"/>
                  </a:lnTo>
                  <a:lnTo>
                    <a:pt x="143498" y="8387"/>
                  </a:lnTo>
                  <a:lnTo>
                    <a:pt x="82566" y="70267"/>
                  </a:lnTo>
                  <a:lnTo>
                    <a:pt x="79101" y="69206"/>
                  </a:lnTo>
                  <a:cubicBezTo>
                    <a:pt x="60659" y="63559"/>
                    <a:pt x="40773" y="68622"/>
                    <a:pt x="27184" y="82430"/>
                  </a:cubicBezTo>
                  <a:cubicBezTo>
                    <a:pt x="15210" y="94588"/>
                    <a:pt x="9942" y="111906"/>
                    <a:pt x="12631" y="128587"/>
                  </a:cubicBezTo>
                  <a:lnTo>
                    <a:pt x="42706" y="98041"/>
                  </a:lnTo>
                  <a:lnTo>
                    <a:pt x="76629" y="107279"/>
                  </a:lnTo>
                  <a:lnTo>
                    <a:pt x="85673" y="141554"/>
                  </a:lnTo>
                  <a:lnTo>
                    <a:pt x="55456" y="172237"/>
                  </a:lnTo>
                  <a:cubicBezTo>
                    <a:pt x="71838" y="175002"/>
                    <a:pt x="88884" y="169666"/>
                    <a:pt x="100842" y="157515"/>
                  </a:cubicBezTo>
                  <a:cubicBezTo>
                    <a:pt x="114479" y="143659"/>
                    <a:pt x="119483" y="123370"/>
                    <a:pt x="113904" y="104578"/>
                  </a:cubicBezTo>
                  <a:lnTo>
                    <a:pt x="112899" y="101193"/>
                  </a:lnTo>
                  <a:lnTo>
                    <a:pt x="176544" y="36555"/>
                  </a:lnTo>
                  <a:lnTo>
                    <a:pt x="185063" y="44942"/>
                  </a:lnTo>
                  <a:lnTo>
                    <a:pt x="126293" y="104634"/>
                  </a:lnTo>
                  <a:cubicBezTo>
                    <a:pt x="131543" y="126601"/>
                    <a:pt x="125216" y="149787"/>
                    <a:pt x="109365" y="165898"/>
                  </a:cubicBezTo>
                  <a:cubicBezTo>
                    <a:pt x="97187" y="178269"/>
                    <a:pt x="80725" y="184901"/>
                    <a:pt x="63979" y="18490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" name="자유형: 도형 46">
              <a:extLst>
                <a:ext uri="{FF2B5EF4-FFF2-40B4-BE49-F238E27FC236}">
                  <a16:creationId xmlns:a16="http://schemas.microsoft.com/office/drawing/2014/main" id="{E81A0B2D-D3C6-4A4A-8036-0BF0BF6EA226}"/>
                </a:ext>
              </a:extLst>
            </p:cNvPr>
            <p:cNvSpPr/>
            <p:nvPr/>
          </p:nvSpPr>
          <p:spPr>
            <a:xfrm>
              <a:off x="7608784" y="2221705"/>
              <a:ext cx="189526" cy="198381"/>
            </a:xfrm>
            <a:custGeom>
              <a:avLst/>
              <a:gdLst>
                <a:gd name="connsiteX0" fmla="*/ 41277 w 189526"/>
                <a:gd name="connsiteY0" fmla="*/ 198381 h 198381"/>
                <a:gd name="connsiteX1" fmla="*/ 32755 w 189526"/>
                <a:gd name="connsiteY1" fmla="*/ 189995 h 198381"/>
                <a:gd name="connsiteX2" fmla="*/ 106962 w 189526"/>
                <a:gd name="connsiteY2" fmla="*/ 114623 h 198381"/>
                <a:gd name="connsiteX3" fmla="*/ 110427 w 189526"/>
                <a:gd name="connsiteY3" fmla="*/ 115684 h 198381"/>
                <a:gd name="connsiteX4" fmla="*/ 162344 w 189526"/>
                <a:gd name="connsiteY4" fmla="*/ 102462 h 198381"/>
                <a:gd name="connsiteX5" fmla="*/ 176903 w 189526"/>
                <a:gd name="connsiteY5" fmla="*/ 56305 h 198381"/>
                <a:gd name="connsiteX6" fmla="*/ 146825 w 189526"/>
                <a:gd name="connsiteY6" fmla="*/ 86851 h 198381"/>
                <a:gd name="connsiteX7" fmla="*/ 112902 w 189526"/>
                <a:gd name="connsiteY7" fmla="*/ 77617 h 198381"/>
                <a:gd name="connsiteX8" fmla="*/ 103867 w 189526"/>
                <a:gd name="connsiteY8" fmla="*/ 43350 h 198381"/>
                <a:gd name="connsiteX9" fmla="*/ 134081 w 189526"/>
                <a:gd name="connsiteY9" fmla="*/ 12662 h 198381"/>
                <a:gd name="connsiteX10" fmla="*/ 88674 w 189526"/>
                <a:gd name="connsiteY10" fmla="*/ 27384 h 198381"/>
                <a:gd name="connsiteX11" fmla="*/ 75633 w 189526"/>
                <a:gd name="connsiteY11" fmla="*/ 80321 h 198381"/>
                <a:gd name="connsiteX12" fmla="*/ 76641 w 189526"/>
                <a:gd name="connsiteY12" fmla="*/ 83703 h 198381"/>
                <a:gd name="connsiteX13" fmla="*/ 8517 w 189526"/>
                <a:gd name="connsiteY13" fmla="*/ 152870 h 198381"/>
                <a:gd name="connsiteX14" fmla="*/ 0 w 189526"/>
                <a:gd name="connsiteY14" fmla="*/ 144484 h 198381"/>
                <a:gd name="connsiteX15" fmla="*/ 63241 w 189526"/>
                <a:gd name="connsiteY15" fmla="*/ 80264 h 198381"/>
                <a:gd name="connsiteX16" fmla="*/ 80154 w 189526"/>
                <a:gd name="connsiteY16" fmla="*/ 18997 h 198381"/>
                <a:gd name="connsiteX17" fmla="*/ 147596 w 189526"/>
                <a:gd name="connsiteY17" fmla="*/ 3964 h 198381"/>
                <a:gd name="connsiteX18" fmla="*/ 156246 w 189526"/>
                <a:gd name="connsiteY18" fmla="*/ 7184 h 198381"/>
                <a:gd name="connsiteX19" fmla="*/ 117153 w 189526"/>
                <a:gd name="connsiteY19" fmla="*/ 46887 h 198381"/>
                <a:gd name="connsiteX20" fmla="*/ 122694 w 189526"/>
                <a:gd name="connsiteY20" fmla="*/ 67896 h 198381"/>
                <a:gd name="connsiteX21" fmla="*/ 143211 w 189526"/>
                <a:gd name="connsiteY21" fmla="*/ 73481 h 198381"/>
                <a:gd name="connsiteX22" fmla="*/ 182428 w 189526"/>
                <a:gd name="connsiteY22" fmla="*/ 33651 h 198381"/>
                <a:gd name="connsiteX23" fmla="*/ 185648 w 189526"/>
                <a:gd name="connsiteY23" fmla="*/ 42586 h 198381"/>
                <a:gd name="connsiteX24" fmla="*/ 170855 w 189526"/>
                <a:gd name="connsiteY24" fmla="*/ 110849 h 198381"/>
                <a:gd name="connsiteX25" fmla="*/ 110469 w 189526"/>
                <a:gd name="connsiteY25" fmla="*/ 128087 h 198381"/>
                <a:gd name="connsiteX26" fmla="*/ 41277 w 189526"/>
                <a:gd name="connsiteY26" fmla="*/ 198381 h 19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9526" h="198381">
                  <a:moveTo>
                    <a:pt x="41277" y="198381"/>
                  </a:moveTo>
                  <a:lnTo>
                    <a:pt x="32755" y="189995"/>
                  </a:lnTo>
                  <a:lnTo>
                    <a:pt x="106962" y="114623"/>
                  </a:lnTo>
                  <a:lnTo>
                    <a:pt x="110427" y="115684"/>
                  </a:lnTo>
                  <a:cubicBezTo>
                    <a:pt x="128857" y="121325"/>
                    <a:pt x="148749" y="116265"/>
                    <a:pt x="162344" y="102462"/>
                  </a:cubicBezTo>
                  <a:cubicBezTo>
                    <a:pt x="174312" y="90305"/>
                    <a:pt x="179583" y="72986"/>
                    <a:pt x="176903" y="56305"/>
                  </a:cubicBezTo>
                  <a:lnTo>
                    <a:pt x="146825" y="86851"/>
                  </a:lnTo>
                  <a:lnTo>
                    <a:pt x="112902" y="77617"/>
                  </a:lnTo>
                  <a:lnTo>
                    <a:pt x="103867" y="43350"/>
                  </a:lnTo>
                  <a:lnTo>
                    <a:pt x="134081" y="12662"/>
                  </a:lnTo>
                  <a:cubicBezTo>
                    <a:pt x="117684" y="9887"/>
                    <a:pt x="100638" y="15235"/>
                    <a:pt x="88674" y="27384"/>
                  </a:cubicBezTo>
                  <a:cubicBezTo>
                    <a:pt x="75040" y="41231"/>
                    <a:pt x="70042" y="61517"/>
                    <a:pt x="75633" y="80321"/>
                  </a:cubicBezTo>
                  <a:lnTo>
                    <a:pt x="76641" y="83703"/>
                  </a:lnTo>
                  <a:lnTo>
                    <a:pt x="8517" y="152870"/>
                  </a:lnTo>
                  <a:lnTo>
                    <a:pt x="0" y="144484"/>
                  </a:lnTo>
                  <a:lnTo>
                    <a:pt x="63241" y="80264"/>
                  </a:lnTo>
                  <a:cubicBezTo>
                    <a:pt x="57979" y="58288"/>
                    <a:pt x="64300" y="35100"/>
                    <a:pt x="80154" y="18997"/>
                  </a:cubicBezTo>
                  <a:cubicBezTo>
                    <a:pt x="97724" y="1160"/>
                    <a:pt x="124194" y="-4739"/>
                    <a:pt x="147596" y="3964"/>
                  </a:cubicBezTo>
                  <a:lnTo>
                    <a:pt x="156246" y="7184"/>
                  </a:lnTo>
                  <a:lnTo>
                    <a:pt x="117153" y="46887"/>
                  </a:lnTo>
                  <a:lnTo>
                    <a:pt x="122694" y="67896"/>
                  </a:lnTo>
                  <a:lnTo>
                    <a:pt x="143211" y="73481"/>
                  </a:lnTo>
                  <a:lnTo>
                    <a:pt x="182428" y="33651"/>
                  </a:lnTo>
                  <a:lnTo>
                    <a:pt x="185648" y="42586"/>
                  </a:lnTo>
                  <a:cubicBezTo>
                    <a:pt x="194177" y="66263"/>
                    <a:pt x="188372" y="93056"/>
                    <a:pt x="170855" y="110849"/>
                  </a:cubicBezTo>
                  <a:cubicBezTo>
                    <a:pt x="154989" y="126958"/>
                    <a:pt x="132142" y="133397"/>
                    <a:pt x="110469" y="128087"/>
                  </a:cubicBezTo>
                  <a:lnTo>
                    <a:pt x="41277" y="198381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53" name="그래픽 82">
              <a:extLst>
                <a:ext uri="{FF2B5EF4-FFF2-40B4-BE49-F238E27FC236}">
                  <a16:creationId xmlns:a16="http://schemas.microsoft.com/office/drawing/2014/main" id="{FB2C9EA5-B00E-41D8-BD66-73F4A2B689C6}"/>
                </a:ext>
              </a:extLst>
            </p:cNvPr>
            <p:cNvGrpSpPr/>
            <p:nvPr/>
          </p:nvGrpSpPr>
          <p:grpSpPr>
            <a:xfrm>
              <a:off x="7422460" y="2228272"/>
              <a:ext cx="363181" cy="368725"/>
              <a:chOff x="7422460" y="2228272"/>
              <a:chExt cx="363181" cy="3687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54" name="자유형: 도형 48">
                <a:extLst>
                  <a:ext uri="{FF2B5EF4-FFF2-40B4-BE49-F238E27FC236}">
                    <a16:creationId xmlns:a16="http://schemas.microsoft.com/office/drawing/2014/main" id="{0C7B3C0E-748A-4C62-8D50-9E08CB7E4283}"/>
                  </a:ext>
                </a:extLst>
              </p:cNvPr>
              <p:cNvSpPr/>
              <p:nvPr/>
            </p:nvSpPr>
            <p:spPr>
              <a:xfrm>
                <a:off x="7580227" y="2388464"/>
                <a:ext cx="205414" cy="208533"/>
              </a:xfrm>
              <a:custGeom>
                <a:avLst/>
                <a:gdLst>
                  <a:gd name="connsiteX0" fmla="*/ 145441 w 205414"/>
                  <a:gd name="connsiteY0" fmla="*/ 208534 h 208533"/>
                  <a:gd name="connsiteX1" fmla="*/ 145441 w 205414"/>
                  <a:gd name="connsiteY1" fmla="*/ 208534 h 208533"/>
                  <a:gd name="connsiteX2" fmla="*/ 135649 w 205414"/>
                  <a:gd name="connsiteY2" fmla="*/ 204431 h 208533"/>
                  <a:gd name="connsiteX3" fmla="*/ 20203 w 205414"/>
                  <a:gd name="connsiteY3" fmla="*/ 87191 h 208533"/>
                  <a:gd name="connsiteX4" fmla="*/ 20203 w 205414"/>
                  <a:gd name="connsiteY4" fmla="*/ 67546 h 208533"/>
                  <a:gd name="connsiteX5" fmla="*/ 20236 w 205414"/>
                  <a:gd name="connsiteY5" fmla="*/ 67513 h 208533"/>
                  <a:gd name="connsiteX6" fmla="*/ 0 w 205414"/>
                  <a:gd name="connsiteY6" fmla="*/ 46969 h 208533"/>
                  <a:gd name="connsiteX7" fmla="*/ 46249 w 205414"/>
                  <a:gd name="connsiteY7" fmla="*/ 0 h 208533"/>
                  <a:gd name="connsiteX8" fmla="*/ 66482 w 205414"/>
                  <a:gd name="connsiteY8" fmla="*/ 20553 h 208533"/>
                  <a:gd name="connsiteX9" fmla="*/ 76178 w 205414"/>
                  <a:gd name="connsiteY9" fmla="*/ 16542 h 208533"/>
                  <a:gd name="connsiteX10" fmla="*/ 85979 w 205414"/>
                  <a:gd name="connsiteY10" fmla="*/ 20648 h 208533"/>
                  <a:gd name="connsiteX11" fmla="*/ 201419 w 205414"/>
                  <a:gd name="connsiteY11" fmla="*/ 137890 h 208533"/>
                  <a:gd name="connsiteX12" fmla="*/ 201428 w 205414"/>
                  <a:gd name="connsiteY12" fmla="*/ 157527 h 208533"/>
                  <a:gd name="connsiteX13" fmla="*/ 155247 w 205414"/>
                  <a:gd name="connsiteY13" fmla="*/ 204425 h 208533"/>
                  <a:gd name="connsiteX14" fmla="*/ 145441 w 205414"/>
                  <a:gd name="connsiteY14" fmla="*/ 208534 h 208533"/>
                  <a:gd name="connsiteX15" fmla="*/ 16773 w 205414"/>
                  <a:gd name="connsiteY15" fmla="*/ 46972 h 208533"/>
                  <a:gd name="connsiteX16" fmla="*/ 30081 w 205414"/>
                  <a:gd name="connsiteY16" fmla="*/ 60484 h 208533"/>
                  <a:gd name="connsiteX17" fmla="*/ 31376 w 205414"/>
                  <a:gd name="connsiteY17" fmla="*/ 61374 h 208533"/>
                  <a:gd name="connsiteX18" fmla="*/ 39789 w 205414"/>
                  <a:gd name="connsiteY18" fmla="*/ 64682 h 208533"/>
                  <a:gd name="connsiteX19" fmla="*/ 28717 w 205414"/>
                  <a:gd name="connsiteY19" fmla="*/ 75935 h 208533"/>
                  <a:gd name="connsiteX20" fmla="*/ 28717 w 205414"/>
                  <a:gd name="connsiteY20" fmla="*/ 78808 h 208533"/>
                  <a:gd name="connsiteX21" fmla="*/ 144157 w 205414"/>
                  <a:gd name="connsiteY21" fmla="*/ 196044 h 208533"/>
                  <a:gd name="connsiteX22" fmla="*/ 145438 w 205414"/>
                  <a:gd name="connsiteY22" fmla="*/ 196584 h 208533"/>
                  <a:gd name="connsiteX23" fmla="*/ 146736 w 205414"/>
                  <a:gd name="connsiteY23" fmla="*/ 196032 h 208533"/>
                  <a:gd name="connsiteX24" fmla="*/ 192902 w 205414"/>
                  <a:gd name="connsiteY24" fmla="*/ 149155 h 208533"/>
                  <a:gd name="connsiteX25" fmla="*/ 192899 w 205414"/>
                  <a:gd name="connsiteY25" fmla="*/ 146280 h 208533"/>
                  <a:gd name="connsiteX26" fmla="*/ 77468 w 205414"/>
                  <a:gd name="connsiteY26" fmla="*/ 29043 h 208533"/>
                  <a:gd name="connsiteX27" fmla="*/ 76175 w 205414"/>
                  <a:gd name="connsiteY27" fmla="*/ 28495 h 208533"/>
                  <a:gd name="connsiteX28" fmla="*/ 74889 w 205414"/>
                  <a:gd name="connsiteY28" fmla="*/ 29046 h 208533"/>
                  <a:gd name="connsiteX29" fmla="*/ 63710 w 205414"/>
                  <a:gd name="connsiteY29" fmla="*/ 40418 h 208533"/>
                  <a:gd name="connsiteX30" fmla="*/ 60345 w 205414"/>
                  <a:gd name="connsiteY30" fmla="*/ 31833 h 208533"/>
                  <a:gd name="connsiteX31" fmla="*/ 59441 w 205414"/>
                  <a:gd name="connsiteY31" fmla="*/ 30445 h 208533"/>
                  <a:gd name="connsiteX32" fmla="*/ 46246 w 205414"/>
                  <a:gd name="connsiteY32" fmla="*/ 17040 h 208533"/>
                  <a:gd name="connsiteX33" fmla="*/ 16773 w 205414"/>
                  <a:gd name="connsiteY33" fmla="*/ 46972 h 208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5414" h="208533">
                    <a:moveTo>
                      <a:pt x="145441" y="208534"/>
                    </a:moveTo>
                    <a:lnTo>
                      <a:pt x="145441" y="208534"/>
                    </a:lnTo>
                    <a:cubicBezTo>
                      <a:pt x="141735" y="208534"/>
                      <a:pt x="138255" y="207075"/>
                      <a:pt x="135649" y="204431"/>
                    </a:cubicBezTo>
                    <a:lnTo>
                      <a:pt x="20203" y="87191"/>
                    </a:lnTo>
                    <a:cubicBezTo>
                      <a:pt x="14873" y="81775"/>
                      <a:pt x="14873" y="72962"/>
                      <a:pt x="20203" y="67546"/>
                    </a:cubicBezTo>
                    <a:lnTo>
                      <a:pt x="20236" y="67513"/>
                    </a:lnTo>
                    <a:lnTo>
                      <a:pt x="0" y="46969"/>
                    </a:lnTo>
                    <a:lnTo>
                      <a:pt x="46249" y="0"/>
                    </a:lnTo>
                    <a:lnTo>
                      <a:pt x="66482" y="20553"/>
                    </a:lnTo>
                    <a:cubicBezTo>
                      <a:pt x="69090" y="17962"/>
                      <a:pt x="72523" y="16542"/>
                      <a:pt x="76178" y="16542"/>
                    </a:cubicBezTo>
                    <a:cubicBezTo>
                      <a:pt x="79881" y="16542"/>
                      <a:pt x="83364" y="18000"/>
                      <a:pt x="85979" y="20648"/>
                    </a:cubicBezTo>
                    <a:lnTo>
                      <a:pt x="201419" y="137890"/>
                    </a:lnTo>
                    <a:cubicBezTo>
                      <a:pt x="206743" y="143300"/>
                      <a:pt x="206746" y="152108"/>
                      <a:pt x="201428" y="157527"/>
                    </a:cubicBezTo>
                    <a:lnTo>
                      <a:pt x="155247" y="204425"/>
                    </a:lnTo>
                    <a:cubicBezTo>
                      <a:pt x="152621" y="207075"/>
                      <a:pt x="149143" y="208534"/>
                      <a:pt x="145441" y="208534"/>
                    </a:cubicBezTo>
                    <a:close/>
                    <a:moveTo>
                      <a:pt x="16773" y="46972"/>
                    </a:moveTo>
                    <a:lnTo>
                      <a:pt x="30081" y="60484"/>
                    </a:lnTo>
                    <a:cubicBezTo>
                      <a:pt x="30475" y="60888"/>
                      <a:pt x="30931" y="61199"/>
                      <a:pt x="31376" y="61374"/>
                    </a:cubicBezTo>
                    <a:lnTo>
                      <a:pt x="39789" y="64682"/>
                    </a:lnTo>
                    <a:lnTo>
                      <a:pt x="28717" y="75935"/>
                    </a:lnTo>
                    <a:cubicBezTo>
                      <a:pt x="27949" y="76715"/>
                      <a:pt x="27949" y="78028"/>
                      <a:pt x="28717" y="78808"/>
                    </a:cubicBezTo>
                    <a:lnTo>
                      <a:pt x="144157" y="196044"/>
                    </a:lnTo>
                    <a:cubicBezTo>
                      <a:pt x="144596" y="196489"/>
                      <a:pt x="145097" y="196584"/>
                      <a:pt x="145438" y="196584"/>
                    </a:cubicBezTo>
                    <a:cubicBezTo>
                      <a:pt x="145781" y="196584"/>
                      <a:pt x="146285" y="196489"/>
                      <a:pt x="146736" y="196032"/>
                    </a:cubicBezTo>
                    <a:lnTo>
                      <a:pt x="192902" y="149155"/>
                    </a:lnTo>
                    <a:cubicBezTo>
                      <a:pt x="193664" y="148375"/>
                      <a:pt x="193667" y="147059"/>
                      <a:pt x="192899" y="146280"/>
                    </a:cubicBezTo>
                    <a:lnTo>
                      <a:pt x="77468" y="29043"/>
                    </a:lnTo>
                    <a:cubicBezTo>
                      <a:pt x="77020" y="28592"/>
                      <a:pt x="76519" y="28495"/>
                      <a:pt x="76175" y="28495"/>
                    </a:cubicBezTo>
                    <a:cubicBezTo>
                      <a:pt x="75837" y="28495"/>
                      <a:pt x="75336" y="28590"/>
                      <a:pt x="74889" y="29046"/>
                    </a:cubicBezTo>
                    <a:lnTo>
                      <a:pt x="63710" y="40418"/>
                    </a:lnTo>
                    <a:lnTo>
                      <a:pt x="60345" y="31833"/>
                    </a:lnTo>
                    <a:cubicBezTo>
                      <a:pt x="60140" y="31308"/>
                      <a:pt x="59835" y="30842"/>
                      <a:pt x="59441" y="30445"/>
                    </a:cubicBezTo>
                    <a:lnTo>
                      <a:pt x="46246" y="17040"/>
                    </a:lnTo>
                    <a:lnTo>
                      <a:pt x="16773" y="4697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5" name="자유형: 도형 49">
                <a:extLst>
                  <a:ext uri="{FF2B5EF4-FFF2-40B4-BE49-F238E27FC236}">
                    <a16:creationId xmlns:a16="http://schemas.microsoft.com/office/drawing/2014/main" id="{70C3FF75-6A78-4563-8B4D-8D63C909CD33}"/>
                  </a:ext>
                </a:extLst>
              </p:cNvPr>
              <p:cNvSpPr/>
              <p:nvPr/>
            </p:nvSpPr>
            <p:spPr>
              <a:xfrm rot="2726498">
                <a:off x="7441564" y="2340878"/>
                <a:ext cx="195402" cy="11952"/>
              </a:xfrm>
              <a:custGeom>
                <a:avLst/>
                <a:gdLst>
                  <a:gd name="connsiteX0" fmla="*/ 0 w 195402"/>
                  <a:gd name="connsiteY0" fmla="*/ 0 h 11952"/>
                  <a:gd name="connsiteX1" fmla="*/ 195403 w 195402"/>
                  <a:gd name="connsiteY1" fmla="*/ 0 h 11952"/>
                  <a:gd name="connsiteX2" fmla="*/ 195403 w 195402"/>
                  <a:gd name="connsiteY2" fmla="*/ 11952 h 11952"/>
                  <a:gd name="connsiteX3" fmla="*/ 0 w 195402"/>
                  <a:gd name="connsiteY3" fmla="*/ 11952 h 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402" h="11952">
                    <a:moveTo>
                      <a:pt x="0" y="0"/>
                    </a:moveTo>
                    <a:lnTo>
                      <a:pt x="195403" y="0"/>
                    </a:lnTo>
                    <a:lnTo>
                      <a:pt x="195403" y="11952"/>
                    </a:lnTo>
                    <a:lnTo>
                      <a:pt x="0" y="1195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6" name="자유형: 도형 52">
                <a:extLst>
                  <a:ext uri="{FF2B5EF4-FFF2-40B4-BE49-F238E27FC236}">
                    <a16:creationId xmlns:a16="http://schemas.microsoft.com/office/drawing/2014/main" id="{395B74E4-883E-4853-9893-18A0D8AE44C7}"/>
                  </a:ext>
                </a:extLst>
              </p:cNvPr>
              <p:cNvSpPr/>
              <p:nvPr/>
            </p:nvSpPr>
            <p:spPr>
              <a:xfrm>
                <a:off x="7422460" y="2228272"/>
                <a:ext cx="63926" cy="64803"/>
              </a:xfrm>
              <a:custGeom>
                <a:avLst/>
                <a:gdLst>
                  <a:gd name="connsiteX0" fmla="*/ 56361 w 63926"/>
                  <a:gd name="connsiteY0" fmla="*/ 64804 h 64803"/>
                  <a:gd name="connsiteX1" fmla="*/ 26360 w 63926"/>
                  <a:gd name="connsiteY1" fmla="*/ 61682 h 64803"/>
                  <a:gd name="connsiteX2" fmla="*/ 0 w 63926"/>
                  <a:gd name="connsiteY2" fmla="*/ 19702 h 64803"/>
                  <a:gd name="connsiteX3" fmla="*/ 19391 w 63926"/>
                  <a:gd name="connsiteY3" fmla="*/ 0 h 64803"/>
                  <a:gd name="connsiteX4" fmla="*/ 60873 w 63926"/>
                  <a:gd name="connsiteY4" fmla="*/ 26867 h 64803"/>
                  <a:gd name="connsiteX5" fmla="*/ 63926 w 63926"/>
                  <a:gd name="connsiteY5" fmla="*/ 57140 h 64803"/>
                  <a:gd name="connsiteX6" fmla="*/ 56361 w 63926"/>
                  <a:gd name="connsiteY6" fmla="*/ 64804 h 64803"/>
                  <a:gd name="connsiteX7" fmla="*/ 33386 w 63926"/>
                  <a:gd name="connsiteY7" fmla="*/ 50396 h 64803"/>
                  <a:gd name="connsiteX8" fmla="*/ 51419 w 63926"/>
                  <a:gd name="connsiteY8" fmla="*/ 52273 h 64803"/>
                  <a:gd name="connsiteX9" fmla="*/ 49554 w 63926"/>
                  <a:gd name="connsiteY9" fmla="*/ 33777 h 64803"/>
                  <a:gd name="connsiteX10" fmla="*/ 21072 w 63926"/>
                  <a:gd name="connsiteY10" fmla="*/ 15329 h 64803"/>
                  <a:gd name="connsiteX11" fmla="*/ 15149 w 63926"/>
                  <a:gd name="connsiteY11" fmla="*/ 21350 h 64803"/>
                  <a:gd name="connsiteX12" fmla="*/ 33386 w 63926"/>
                  <a:gd name="connsiteY12" fmla="*/ 50396 h 64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3926" h="64803">
                    <a:moveTo>
                      <a:pt x="56361" y="64804"/>
                    </a:moveTo>
                    <a:lnTo>
                      <a:pt x="26360" y="61682"/>
                    </a:lnTo>
                    <a:lnTo>
                      <a:pt x="0" y="19702"/>
                    </a:lnTo>
                    <a:lnTo>
                      <a:pt x="19391" y="0"/>
                    </a:lnTo>
                    <a:lnTo>
                      <a:pt x="60873" y="26867"/>
                    </a:lnTo>
                    <a:lnTo>
                      <a:pt x="63926" y="57140"/>
                    </a:lnTo>
                    <a:lnTo>
                      <a:pt x="56361" y="64804"/>
                    </a:lnTo>
                    <a:close/>
                    <a:moveTo>
                      <a:pt x="33386" y="50396"/>
                    </a:moveTo>
                    <a:lnTo>
                      <a:pt x="51419" y="52273"/>
                    </a:lnTo>
                    <a:lnTo>
                      <a:pt x="49554" y="33777"/>
                    </a:lnTo>
                    <a:lnTo>
                      <a:pt x="21072" y="15329"/>
                    </a:lnTo>
                    <a:lnTo>
                      <a:pt x="15149" y="21350"/>
                    </a:lnTo>
                    <a:lnTo>
                      <a:pt x="33386" y="50396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7" name="자유형: 도형 53">
                <a:extLst>
                  <a:ext uri="{FF2B5EF4-FFF2-40B4-BE49-F238E27FC236}">
                    <a16:creationId xmlns:a16="http://schemas.microsoft.com/office/drawing/2014/main" id="{E368BA03-8B61-4799-BD1F-7E9C58BAB66D}"/>
                  </a:ext>
                </a:extLst>
              </p:cNvPr>
              <p:cNvSpPr/>
              <p:nvPr/>
            </p:nvSpPr>
            <p:spPr>
              <a:xfrm>
                <a:off x="7646639" y="2455994"/>
                <a:ext cx="88815" cy="90020"/>
              </a:xfrm>
              <a:custGeom>
                <a:avLst/>
                <a:gdLst>
                  <a:gd name="connsiteX0" fmla="*/ 82838 w 88815"/>
                  <a:gd name="connsiteY0" fmla="*/ 90020 h 90020"/>
                  <a:gd name="connsiteX1" fmla="*/ 78581 w 88815"/>
                  <a:gd name="connsiteY1" fmla="*/ 88235 h 90020"/>
                  <a:gd name="connsiteX2" fmla="*/ 1718 w 88815"/>
                  <a:gd name="connsiteY2" fmla="*/ 10172 h 90020"/>
                  <a:gd name="connsiteX3" fmla="*/ 1780 w 88815"/>
                  <a:gd name="connsiteY3" fmla="*/ 1720 h 90020"/>
                  <a:gd name="connsiteX4" fmla="*/ 10232 w 88815"/>
                  <a:gd name="connsiteY4" fmla="*/ 1782 h 90020"/>
                  <a:gd name="connsiteX5" fmla="*/ 87098 w 88815"/>
                  <a:gd name="connsiteY5" fmla="*/ 79849 h 90020"/>
                  <a:gd name="connsiteX6" fmla="*/ 87036 w 88815"/>
                  <a:gd name="connsiteY6" fmla="*/ 88301 h 90020"/>
                  <a:gd name="connsiteX7" fmla="*/ 82838 w 88815"/>
                  <a:gd name="connsiteY7" fmla="*/ 90020 h 9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815" h="90020">
                    <a:moveTo>
                      <a:pt x="82838" y="90020"/>
                    </a:moveTo>
                    <a:cubicBezTo>
                      <a:pt x="81293" y="90020"/>
                      <a:pt x="79752" y="89424"/>
                      <a:pt x="78581" y="88235"/>
                    </a:cubicBezTo>
                    <a:lnTo>
                      <a:pt x="1718" y="10172"/>
                    </a:lnTo>
                    <a:cubicBezTo>
                      <a:pt x="-598" y="7818"/>
                      <a:pt x="-568" y="4035"/>
                      <a:pt x="1780" y="1720"/>
                    </a:cubicBezTo>
                    <a:cubicBezTo>
                      <a:pt x="4134" y="-595"/>
                      <a:pt x="7913" y="-572"/>
                      <a:pt x="10232" y="1782"/>
                    </a:cubicBezTo>
                    <a:lnTo>
                      <a:pt x="87098" y="79849"/>
                    </a:lnTo>
                    <a:cubicBezTo>
                      <a:pt x="89413" y="82200"/>
                      <a:pt x="89383" y="85985"/>
                      <a:pt x="87036" y="88301"/>
                    </a:cubicBezTo>
                    <a:cubicBezTo>
                      <a:pt x="85865" y="89448"/>
                      <a:pt x="84353" y="90020"/>
                      <a:pt x="82838" y="90020"/>
                    </a:cubicBez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8" name="자유형: 도형 54">
                <a:extLst>
                  <a:ext uri="{FF2B5EF4-FFF2-40B4-BE49-F238E27FC236}">
                    <a16:creationId xmlns:a16="http://schemas.microsoft.com/office/drawing/2014/main" id="{F70845E1-4D95-445E-B3CE-981194E9955B}"/>
                  </a:ext>
                </a:extLst>
              </p:cNvPr>
              <p:cNvSpPr/>
              <p:nvPr/>
            </p:nvSpPr>
            <p:spPr>
              <a:xfrm rot="2673261">
                <a:off x="7622404" y="2396611"/>
                <a:ext cx="11953" cy="81776"/>
              </a:xfrm>
              <a:custGeom>
                <a:avLst/>
                <a:gdLst>
                  <a:gd name="connsiteX0" fmla="*/ 0 w 11953"/>
                  <a:gd name="connsiteY0" fmla="*/ 0 h 81776"/>
                  <a:gd name="connsiteX1" fmla="*/ 11953 w 11953"/>
                  <a:gd name="connsiteY1" fmla="*/ 0 h 81776"/>
                  <a:gd name="connsiteX2" fmla="*/ 11953 w 11953"/>
                  <a:gd name="connsiteY2" fmla="*/ 81777 h 81776"/>
                  <a:gd name="connsiteX3" fmla="*/ 0 w 11953"/>
                  <a:gd name="connsiteY3" fmla="*/ 81777 h 81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3" h="81776">
                    <a:moveTo>
                      <a:pt x="0" y="0"/>
                    </a:moveTo>
                    <a:lnTo>
                      <a:pt x="11953" y="0"/>
                    </a:lnTo>
                    <a:lnTo>
                      <a:pt x="11953" y="81777"/>
                    </a:lnTo>
                    <a:lnTo>
                      <a:pt x="0" y="81777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9" name="눈물 방울 58">
            <a:extLst>
              <a:ext uri="{FF2B5EF4-FFF2-40B4-BE49-F238E27FC236}">
                <a16:creationId xmlns:a16="http://schemas.microsoft.com/office/drawing/2014/main" id="{64C78595-0CC3-4FE9-BBED-FFB552024826}"/>
              </a:ext>
            </a:extLst>
          </p:cNvPr>
          <p:cNvSpPr/>
          <p:nvPr/>
        </p:nvSpPr>
        <p:spPr>
          <a:xfrm rot="8100000">
            <a:off x="9290285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E008619-2CC8-4C51-8A81-54F1A2B40359}"/>
              </a:ext>
            </a:extLst>
          </p:cNvPr>
          <p:cNvSpPr/>
          <p:nvPr/>
        </p:nvSpPr>
        <p:spPr>
          <a:xfrm>
            <a:off x="9380823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61" name="그래픽 87">
            <a:extLst>
              <a:ext uri="{FF2B5EF4-FFF2-40B4-BE49-F238E27FC236}">
                <a16:creationId xmlns:a16="http://schemas.microsoft.com/office/drawing/2014/main" id="{E15805CC-9115-4380-A5FA-05AA7316D3B1}"/>
              </a:ext>
            </a:extLst>
          </p:cNvPr>
          <p:cNvGrpSpPr/>
          <p:nvPr/>
        </p:nvGrpSpPr>
        <p:grpSpPr>
          <a:xfrm>
            <a:off x="9527622" y="2221706"/>
            <a:ext cx="375581" cy="379454"/>
            <a:chOff x="9527622" y="2221706"/>
            <a:chExt cx="375581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2" name="자유형: 도형 56">
              <a:extLst>
                <a:ext uri="{FF2B5EF4-FFF2-40B4-BE49-F238E27FC236}">
                  <a16:creationId xmlns:a16="http://schemas.microsoft.com/office/drawing/2014/main" id="{E8F254D2-D5BD-471C-84D3-E0BD2A09596C}"/>
                </a:ext>
              </a:extLst>
            </p:cNvPr>
            <p:cNvSpPr/>
            <p:nvPr/>
          </p:nvSpPr>
          <p:spPr>
            <a:xfrm>
              <a:off x="9714256" y="2456336"/>
              <a:ext cx="137824" cy="113225"/>
            </a:xfrm>
            <a:custGeom>
              <a:avLst/>
              <a:gdLst>
                <a:gd name="connsiteX0" fmla="*/ 81408 w 137824"/>
                <a:gd name="connsiteY0" fmla="*/ 113226 h 113225"/>
                <a:gd name="connsiteX1" fmla="*/ 0 w 137824"/>
                <a:gd name="connsiteY1" fmla="*/ 0 h 113225"/>
                <a:gd name="connsiteX2" fmla="*/ 137825 w 137824"/>
                <a:gd name="connsiteY2" fmla="*/ 45262 h 113225"/>
                <a:gd name="connsiteX3" fmla="*/ 134739 w 137824"/>
                <a:gd name="connsiteY3" fmla="*/ 51407 h 113225"/>
                <a:gd name="connsiteX4" fmla="*/ 86264 w 137824"/>
                <a:gd name="connsiteY4" fmla="*/ 109481 h 113225"/>
                <a:gd name="connsiteX5" fmla="*/ 81408 w 137824"/>
                <a:gd name="connsiteY5" fmla="*/ 113226 h 113225"/>
                <a:gd name="connsiteX6" fmla="*/ 30857 w 137824"/>
                <a:gd name="connsiteY6" fmla="*/ 22610 h 113225"/>
                <a:gd name="connsiteX7" fmla="*/ 83815 w 137824"/>
                <a:gd name="connsiteY7" fmla="*/ 96266 h 113225"/>
                <a:gd name="connsiteX8" fmla="*/ 120909 w 137824"/>
                <a:gd name="connsiteY8" fmla="*/ 52184 h 113225"/>
                <a:gd name="connsiteX9" fmla="*/ 30857 w 137824"/>
                <a:gd name="connsiteY9" fmla="*/ 22610 h 11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824" h="113225">
                  <a:moveTo>
                    <a:pt x="81408" y="113226"/>
                  </a:moveTo>
                  <a:lnTo>
                    <a:pt x="0" y="0"/>
                  </a:lnTo>
                  <a:lnTo>
                    <a:pt x="137825" y="45262"/>
                  </a:lnTo>
                  <a:lnTo>
                    <a:pt x="134739" y="51407"/>
                  </a:lnTo>
                  <a:cubicBezTo>
                    <a:pt x="123489" y="73813"/>
                    <a:pt x="107181" y="93349"/>
                    <a:pt x="86264" y="109481"/>
                  </a:cubicBezTo>
                  <a:lnTo>
                    <a:pt x="81408" y="113226"/>
                  </a:lnTo>
                  <a:close/>
                  <a:moveTo>
                    <a:pt x="30857" y="22610"/>
                  </a:moveTo>
                  <a:lnTo>
                    <a:pt x="83815" y="96266"/>
                  </a:lnTo>
                  <a:cubicBezTo>
                    <a:pt x="99165" y="83548"/>
                    <a:pt x="111607" y="68761"/>
                    <a:pt x="120909" y="52184"/>
                  </a:cubicBezTo>
                  <a:lnTo>
                    <a:pt x="30857" y="2261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3" name="자유형: 도형 57">
              <a:extLst>
                <a:ext uri="{FF2B5EF4-FFF2-40B4-BE49-F238E27FC236}">
                  <a16:creationId xmlns:a16="http://schemas.microsoft.com/office/drawing/2014/main" id="{152E812E-E707-4EC2-8A4A-E05675E4AF78}"/>
                </a:ext>
              </a:extLst>
            </p:cNvPr>
            <p:cNvSpPr/>
            <p:nvPr/>
          </p:nvSpPr>
          <p:spPr>
            <a:xfrm>
              <a:off x="9695533" y="2221706"/>
              <a:ext cx="207670" cy="273968"/>
            </a:xfrm>
            <a:custGeom>
              <a:avLst/>
              <a:gdLst>
                <a:gd name="connsiteX0" fmla="*/ 197076 w 207670"/>
                <a:gd name="connsiteY0" fmla="*/ 273969 h 273968"/>
                <a:gd name="connsiteX1" fmla="*/ 0 w 207670"/>
                <a:gd name="connsiteY1" fmla="*/ 209236 h 273968"/>
                <a:gd name="connsiteX2" fmla="*/ 0 w 207670"/>
                <a:gd name="connsiteY2" fmla="*/ 0 h 273968"/>
                <a:gd name="connsiteX3" fmla="*/ 6033 w 207670"/>
                <a:gd name="connsiteY3" fmla="*/ 107 h 273968"/>
                <a:gd name="connsiteX4" fmla="*/ 65319 w 207670"/>
                <a:gd name="connsiteY4" fmla="*/ 10239 h 273968"/>
                <a:gd name="connsiteX5" fmla="*/ 185156 w 207670"/>
                <a:gd name="connsiteY5" fmla="*/ 113658 h 273968"/>
                <a:gd name="connsiteX6" fmla="*/ 198822 w 207670"/>
                <a:gd name="connsiteY6" fmla="*/ 268138 h 273968"/>
                <a:gd name="connsiteX7" fmla="*/ 197076 w 207670"/>
                <a:gd name="connsiteY7" fmla="*/ 273969 h 273968"/>
                <a:gd name="connsiteX8" fmla="*/ 11855 w 207670"/>
                <a:gd name="connsiteY8" fmla="*/ 200654 h 273968"/>
                <a:gd name="connsiteX9" fmla="*/ 189119 w 207670"/>
                <a:gd name="connsiteY9" fmla="*/ 258880 h 273968"/>
                <a:gd name="connsiteX10" fmla="*/ 174567 w 207670"/>
                <a:gd name="connsiteY10" fmla="*/ 118997 h 273968"/>
                <a:gd name="connsiteX11" fmla="*/ 61620 w 207670"/>
                <a:gd name="connsiteY11" fmla="*/ 21501 h 273968"/>
                <a:gd name="connsiteX12" fmla="*/ 11855 w 207670"/>
                <a:gd name="connsiteY12" fmla="*/ 12145 h 273968"/>
                <a:gd name="connsiteX13" fmla="*/ 11855 w 207670"/>
                <a:gd name="connsiteY13" fmla="*/ 200654 h 27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670" h="273968">
                  <a:moveTo>
                    <a:pt x="197076" y="273969"/>
                  </a:moveTo>
                  <a:lnTo>
                    <a:pt x="0" y="209236"/>
                  </a:lnTo>
                  <a:lnTo>
                    <a:pt x="0" y="0"/>
                  </a:lnTo>
                  <a:lnTo>
                    <a:pt x="6033" y="107"/>
                  </a:lnTo>
                  <a:cubicBezTo>
                    <a:pt x="26784" y="471"/>
                    <a:pt x="45069" y="3593"/>
                    <a:pt x="65319" y="10239"/>
                  </a:cubicBezTo>
                  <a:cubicBezTo>
                    <a:pt x="117622" y="27407"/>
                    <a:pt x="160180" y="64134"/>
                    <a:pt x="185156" y="113658"/>
                  </a:cubicBezTo>
                  <a:cubicBezTo>
                    <a:pt x="209390" y="161727"/>
                    <a:pt x="214246" y="216588"/>
                    <a:pt x="198822" y="268138"/>
                  </a:cubicBezTo>
                  <a:lnTo>
                    <a:pt x="197076" y="273969"/>
                  </a:lnTo>
                  <a:close/>
                  <a:moveTo>
                    <a:pt x="11855" y="200654"/>
                  </a:moveTo>
                  <a:lnTo>
                    <a:pt x="189119" y="258880"/>
                  </a:lnTo>
                  <a:cubicBezTo>
                    <a:pt x="201615" y="211972"/>
                    <a:pt x="196513" y="162531"/>
                    <a:pt x="174567" y="118997"/>
                  </a:cubicBezTo>
                  <a:cubicBezTo>
                    <a:pt x="151023" y="72301"/>
                    <a:pt x="110910" y="37679"/>
                    <a:pt x="61620" y="21501"/>
                  </a:cubicBezTo>
                  <a:cubicBezTo>
                    <a:pt x="44286" y="15813"/>
                    <a:pt x="29073" y="12928"/>
                    <a:pt x="11855" y="12145"/>
                  </a:cubicBezTo>
                  <a:lnTo>
                    <a:pt x="11855" y="20065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4" name="자유형: 도형 58">
              <a:extLst>
                <a:ext uri="{FF2B5EF4-FFF2-40B4-BE49-F238E27FC236}">
                  <a16:creationId xmlns:a16="http://schemas.microsoft.com/office/drawing/2014/main" id="{172AABFF-D441-46BE-907D-82855D4F98A4}"/>
                </a:ext>
              </a:extLst>
            </p:cNvPr>
            <p:cNvSpPr/>
            <p:nvPr/>
          </p:nvSpPr>
          <p:spPr>
            <a:xfrm>
              <a:off x="9527622" y="2259055"/>
              <a:ext cx="252777" cy="342104"/>
            </a:xfrm>
            <a:custGeom>
              <a:avLst/>
              <a:gdLst>
                <a:gd name="connsiteX0" fmla="*/ 169544 w 252777"/>
                <a:gd name="connsiteY0" fmla="*/ 342104 h 342104"/>
                <a:gd name="connsiteX1" fmla="*/ 169532 w 252777"/>
                <a:gd name="connsiteY1" fmla="*/ 342104 h 342104"/>
                <a:gd name="connsiteX2" fmla="*/ 49595 w 252777"/>
                <a:gd name="connsiteY2" fmla="*/ 291931 h 342104"/>
                <a:gd name="connsiteX3" fmla="*/ 49598 w 252777"/>
                <a:gd name="connsiteY3" fmla="*/ 49522 h 342104"/>
                <a:gd name="connsiteX4" fmla="*/ 143122 w 252777"/>
                <a:gd name="connsiteY4" fmla="*/ 1002 h 342104"/>
                <a:gd name="connsiteX5" fmla="*/ 149916 w 252777"/>
                <a:gd name="connsiteY5" fmla="*/ 0 h 342104"/>
                <a:gd name="connsiteX6" fmla="*/ 149916 w 252777"/>
                <a:gd name="connsiteY6" fmla="*/ 177418 h 342104"/>
                <a:gd name="connsiteX7" fmla="*/ 158012 w 252777"/>
                <a:gd name="connsiteY7" fmla="*/ 188476 h 342104"/>
                <a:gd name="connsiteX8" fmla="*/ 252778 w 252777"/>
                <a:gd name="connsiteY8" fmla="*/ 320298 h 342104"/>
                <a:gd name="connsiteX9" fmla="*/ 246662 w 252777"/>
                <a:gd name="connsiteY9" fmla="*/ 323446 h 342104"/>
                <a:gd name="connsiteX10" fmla="*/ 169544 w 252777"/>
                <a:gd name="connsiteY10" fmla="*/ 342104 h 342104"/>
                <a:gd name="connsiteX11" fmla="*/ 138061 w 252777"/>
                <a:gd name="connsiteY11" fmla="*/ 13889 h 342104"/>
                <a:gd name="connsiteX12" fmla="*/ 58026 w 252777"/>
                <a:gd name="connsiteY12" fmla="*/ 57858 h 342104"/>
                <a:gd name="connsiteX13" fmla="*/ 58023 w 252777"/>
                <a:gd name="connsiteY13" fmla="*/ 283591 h 342104"/>
                <a:gd name="connsiteX14" fmla="*/ 169532 w 252777"/>
                <a:gd name="connsiteY14" fmla="*/ 330247 h 342104"/>
                <a:gd name="connsiteX15" fmla="*/ 169544 w 252777"/>
                <a:gd name="connsiteY15" fmla="*/ 330247 h 342104"/>
                <a:gd name="connsiteX16" fmla="*/ 235035 w 252777"/>
                <a:gd name="connsiteY16" fmla="*/ 315919 h 342104"/>
                <a:gd name="connsiteX17" fmla="*/ 148416 w 252777"/>
                <a:gd name="connsiteY17" fmla="*/ 195434 h 342104"/>
                <a:gd name="connsiteX18" fmla="*/ 138061 w 252777"/>
                <a:gd name="connsiteY18" fmla="*/ 181287 h 342104"/>
                <a:gd name="connsiteX19" fmla="*/ 138061 w 252777"/>
                <a:gd name="connsiteY19" fmla="*/ 13889 h 342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2777" h="342104">
                  <a:moveTo>
                    <a:pt x="169544" y="342104"/>
                  </a:moveTo>
                  <a:lnTo>
                    <a:pt x="169532" y="342104"/>
                  </a:lnTo>
                  <a:cubicBezTo>
                    <a:pt x="124214" y="342104"/>
                    <a:pt x="81620" y="324285"/>
                    <a:pt x="49595" y="291931"/>
                  </a:cubicBezTo>
                  <a:cubicBezTo>
                    <a:pt x="-16534" y="225096"/>
                    <a:pt x="-16531" y="116353"/>
                    <a:pt x="49598" y="49522"/>
                  </a:cubicBezTo>
                  <a:cubicBezTo>
                    <a:pt x="76293" y="22545"/>
                    <a:pt x="107758" y="6222"/>
                    <a:pt x="143122" y="1002"/>
                  </a:cubicBezTo>
                  <a:lnTo>
                    <a:pt x="149916" y="0"/>
                  </a:lnTo>
                  <a:lnTo>
                    <a:pt x="149916" y="177418"/>
                  </a:lnTo>
                  <a:lnTo>
                    <a:pt x="158012" y="188476"/>
                  </a:lnTo>
                  <a:lnTo>
                    <a:pt x="252778" y="320298"/>
                  </a:lnTo>
                  <a:lnTo>
                    <a:pt x="246662" y="323446"/>
                  </a:lnTo>
                  <a:cubicBezTo>
                    <a:pt x="222946" y="335651"/>
                    <a:pt x="196278" y="342104"/>
                    <a:pt x="169544" y="342104"/>
                  </a:cubicBezTo>
                  <a:close/>
                  <a:moveTo>
                    <a:pt x="138061" y="13889"/>
                  </a:moveTo>
                  <a:cubicBezTo>
                    <a:pt x="108043" y="19726"/>
                    <a:pt x="81143" y="34498"/>
                    <a:pt x="58026" y="57858"/>
                  </a:cubicBezTo>
                  <a:cubicBezTo>
                    <a:pt x="-3555" y="120091"/>
                    <a:pt x="-3558" y="221352"/>
                    <a:pt x="58023" y="283591"/>
                  </a:cubicBezTo>
                  <a:cubicBezTo>
                    <a:pt x="87804" y="313678"/>
                    <a:pt x="127404" y="330247"/>
                    <a:pt x="169532" y="330247"/>
                  </a:cubicBezTo>
                  <a:lnTo>
                    <a:pt x="169544" y="330247"/>
                  </a:lnTo>
                  <a:cubicBezTo>
                    <a:pt x="192095" y="330247"/>
                    <a:pt x="214589" y="325311"/>
                    <a:pt x="235035" y="315919"/>
                  </a:cubicBezTo>
                  <a:lnTo>
                    <a:pt x="148416" y="195434"/>
                  </a:lnTo>
                  <a:lnTo>
                    <a:pt x="138061" y="181287"/>
                  </a:lnTo>
                  <a:lnTo>
                    <a:pt x="138061" y="1388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65" name="눈물 방울 64">
            <a:extLst>
              <a:ext uri="{FF2B5EF4-FFF2-40B4-BE49-F238E27FC236}">
                <a16:creationId xmlns:a16="http://schemas.microsoft.com/office/drawing/2014/main" id="{B45863E8-AC6B-4C70-9880-330CB0F60D04}"/>
              </a:ext>
            </a:extLst>
          </p:cNvPr>
          <p:cNvSpPr/>
          <p:nvPr/>
        </p:nvSpPr>
        <p:spPr>
          <a:xfrm rot="8100000">
            <a:off x="3997215" y="4189591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8014203-3107-4369-89D5-F7777AD70532}"/>
              </a:ext>
            </a:extLst>
          </p:cNvPr>
          <p:cNvSpPr/>
          <p:nvPr/>
        </p:nvSpPr>
        <p:spPr>
          <a:xfrm>
            <a:off x="4087753" y="4280129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67" name="그래픽 92">
            <a:extLst>
              <a:ext uri="{FF2B5EF4-FFF2-40B4-BE49-F238E27FC236}">
                <a16:creationId xmlns:a16="http://schemas.microsoft.com/office/drawing/2014/main" id="{C39273C2-039A-4D2E-82F3-0E1BAEA83E4B}"/>
              </a:ext>
            </a:extLst>
          </p:cNvPr>
          <p:cNvGrpSpPr/>
          <p:nvPr/>
        </p:nvGrpSpPr>
        <p:grpSpPr>
          <a:xfrm>
            <a:off x="4232616" y="4449843"/>
            <a:ext cx="379454" cy="329751"/>
            <a:chOff x="2183894" y="4449843"/>
            <a:chExt cx="379454" cy="32975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8" name="자유형: 도형 60">
              <a:extLst>
                <a:ext uri="{FF2B5EF4-FFF2-40B4-BE49-F238E27FC236}">
                  <a16:creationId xmlns:a16="http://schemas.microsoft.com/office/drawing/2014/main" id="{CA7EC6BD-B9F4-4391-AE94-EB6128BC3B47}"/>
                </a:ext>
              </a:extLst>
            </p:cNvPr>
            <p:cNvSpPr/>
            <p:nvPr/>
          </p:nvSpPr>
          <p:spPr>
            <a:xfrm>
              <a:off x="2183894" y="4449843"/>
              <a:ext cx="133467" cy="329751"/>
            </a:xfrm>
            <a:custGeom>
              <a:avLst/>
              <a:gdLst>
                <a:gd name="connsiteX0" fmla="*/ 31634 w 133467"/>
                <a:gd name="connsiteY0" fmla="*/ 329751 h 329751"/>
                <a:gd name="connsiteX1" fmla="*/ 0 w 133467"/>
                <a:gd name="connsiteY1" fmla="*/ 297788 h 329751"/>
                <a:gd name="connsiteX2" fmla="*/ 0 w 133467"/>
                <a:gd name="connsiteY2" fmla="*/ 0 h 329751"/>
                <a:gd name="connsiteX3" fmla="*/ 101830 w 133467"/>
                <a:gd name="connsiteY3" fmla="*/ 0 h 329751"/>
                <a:gd name="connsiteX4" fmla="*/ 133467 w 133467"/>
                <a:gd name="connsiteY4" fmla="*/ 31960 h 329751"/>
                <a:gd name="connsiteX5" fmla="*/ 121609 w 133467"/>
                <a:gd name="connsiteY5" fmla="*/ 31960 h 329751"/>
                <a:gd name="connsiteX6" fmla="*/ 101830 w 133467"/>
                <a:gd name="connsiteY6" fmla="*/ 11858 h 329751"/>
                <a:gd name="connsiteX7" fmla="*/ 11858 w 133467"/>
                <a:gd name="connsiteY7" fmla="*/ 11858 h 329751"/>
                <a:gd name="connsiteX8" fmla="*/ 11858 w 133467"/>
                <a:gd name="connsiteY8" fmla="*/ 297788 h 329751"/>
                <a:gd name="connsiteX9" fmla="*/ 31637 w 133467"/>
                <a:gd name="connsiteY9" fmla="*/ 317894 h 329751"/>
                <a:gd name="connsiteX10" fmla="*/ 51410 w 133467"/>
                <a:gd name="connsiteY10" fmla="*/ 297788 h 329751"/>
                <a:gd name="connsiteX11" fmla="*/ 51410 w 133467"/>
                <a:gd name="connsiteY11" fmla="*/ 131952 h 329751"/>
                <a:gd name="connsiteX12" fmla="*/ 63268 w 133467"/>
                <a:gd name="connsiteY12" fmla="*/ 131952 h 329751"/>
                <a:gd name="connsiteX13" fmla="*/ 63268 w 133467"/>
                <a:gd name="connsiteY13" fmla="*/ 297788 h 329751"/>
                <a:gd name="connsiteX14" fmla="*/ 31634 w 133467"/>
                <a:gd name="connsiteY14" fmla="*/ 329751 h 32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3467" h="329751">
                  <a:moveTo>
                    <a:pt x="31634" y="329751"/>
                  </a:moveTo>
                  <a:cubicBezTo>
                    <a:pt x="14191" y="329751"/>
                    <a:pt x="0" y="315412"/>
                    <a:pt x="0" y="297788"/>
                  </a:cubicBezTo>
                  <a:lnTo>
                    <a:pt x="0" y="0"/>
                  </a:lnTo>
                  <a:lnTo>
                    <a:pt x="101830" y="0"/>
                  </a:lnTo>
                  <a:cubicBezTo>
                    <a:pt x="119273" y="0"/>
                    <a:pt x="133467" y="14336"/>
                    <a:pt x="133467" y="31960"/>
                  </a:cubicBezTo>
                  <a:lnTo>
                    <a:pt x="121609" y="31960"/>
                  </a:lnTo>
                  <a:cubicBezTo>
                    <a:pt x="121609" y="20876"/>
                    <a:pt x="112736" y="11858"/>
                    <a:pt x="101830" y="11858"/>
                  </a:cubicBezTo>
                  <a:lnTo>
                    <a:pt x="11858" y="11858"/>
                  </a:lnTo>
                  <a:lnTo>
                    <a:pt x="11858" y="297788"/>
                  </a:lnTo>
                  <a:cubicBezTo>
                    <a:pt x="11858" y="308873"/>
                    <a:pt x="20731" y="317894"/>
                    <a:pt x="31637" y="317894"/>
                  </a:cubicBezTo>
                  <a:cubicBezTo>
                    <a:pt x="42540" y="317894"/>
                    <a:pt x="51410" y="308873"/>
                    <a:pt x="51410" y="297788"/>
                  </a:cubicBezTo>
                  <a:lnTo>
                    <a:pt x="51410" y="131952"/>
                  </a:lnTo>
                  <a:lnTo>
                    <a:pt x="63268" y="131952"/>
                  </a:lnTo>
                  <a:lnTo>
                    <a:pt x="63268" y="297788"/>
                  </a:lnTo>
                  <a:cubicBezTo>
                    <a:pt x="63265" y="315412"/>
                    <a:pt x="49077" y="329751"/>
                    <a:pt x="31634" y="32975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9" name="자유형: 도형 61">
              <a:extLst>
                <a:ext uri="{FF2B5EF4-FFF2-40B4-BE49-F238E27FC236}">
                  <a16:creationId xmlns:a16="http://schemas.microsoft.com/office/drawing/2014/main" id="{EBA90012-2018-4160-B326-418D040C96B8}"/>
                </a:ext>
              </a:extLst>
            </p:cNvPr>
            <p:cNvSpPr/>
            <p:nvPr/>
          </p:nvSpPr>
          <p:spPr>
            <a:xfrm>
              <a:off x="2183894" y="4747631"/>
              <a:ext cx="63268" cy="31963"/>
            </a:xfrm>
            <a:custGeom>
              <a:avLst/>
              <a:gdLst>
                <a:gd name="connsiteX0" fmla="*/ 31634 w 63268"/>
                <a:gd name="connsiteY0" fmla="*/ 31963 h 31963"/>
                <a:gd name="connsiteX1" fmla="*/ 0 w 63268"/>
                <a:gd name="connsiteY1" fmla="*/ 0 h 31963"/>
                <a:gd name="connsiteX2" fmla="*/ 11858 w 63268"/>
                <a:gd name="connsiteY2" fmla="*/ 0 h 31963"/>
                <a:gd name="connsiteX3" fmla="*/ 31637 w 63268"/>
                <a:gd name="connsiteY3" fmla="*/ 20105 h 31963"/>
                <a:gd name="connsiteX4" fmla="*/ 51410 w 63268"/>
                <a:gd name="connsiteY4" fmla="*/ 0 h 31963"/>
                <a:gd name="connsiteX5" fmla="*/ 63268 w 63268"/>
                <a:gd name="connsiteY5" fmla="*/ 0 h 31963"/>
                <a:gd name="connsiteX6" fmla="*/ 31634 w 63268"/>
                <a:gd name="connsiteY6" fmla="*/ 31963 h 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68" h="31963">
                  <a:moveTo>
                    <a:pt x="31634" y="31963"/>
                  </a:moveTo>
                  <a:cubicBezTo>
                    <a:pt x="14191" y="31963"/>
                    <a:pt x="0" y="17624"/>
                    <a:pt x="0" y="0"/>
                  </a:cubicBezTo>
                  <a:lnTo>
                    <a:pt x="11858" y="0"/>
                  </a:lnTo>
                  <a:cubicBezTo>
                    <a:pt x="11858" y="11084"/>
                    <a:pt x="20731" y="20105"/>
                    <a:pt x="31637" y="20105"/>
                  </a:cubicBezTo>
                  <a:cubicBezTo>
                    <a:pt x="42540" y="20105"/>
                    <a:pt x="51410" y="11084"/>
                    <a:pt x="51410" y="0"/>
                  </a:cubicBezTo>
                  <a:lnTo>
                    <a:pt x="63268" y="0"/>
                  </a:lnTo>
                  <a:cubicBezTo>
                    <a:pt x="63265" y="17624"/>
                    <a:pt x="49077" y="31963"/>
                    <a:pt x="31634" y="31963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0" name="자유형: 도형 64">
              <a:extLst>
                <a:ext uri="{FF2B5EF4-FFF2-40B4-BE49-F238E27FC236}">
                  <a16:creationId xmlns:a16="http://schemas.microsoft.com/office/drawing/2014/main" id="{83342433-2B67-4B9A-88D2-219912332413}"/>
                </a:ext>
              </a:extLst>
            </p:cNvPr>
            <p:cNvSpPr/>
            <p:nvPr/>
          </p:nvSpPr>
          <p:spPr>
            <a:xfrm>
              <a:off x="2215530" y="4478746"/>
              <a:ext cx="347817" cy="300847"/>
            </a:xfrm>
            <a:custGeom>
              <a:avLst/>
              <a:gdLst>
                <a:gd name="connsiteX0" fmla="*/ 316180 w 347817"/>
                <a:gd name="connsiteY0" fmla="*/ 300848 h 300847"/>
                <a:gd name="connsiteX1" fmla="*/ 0 w 347817"/>
                <a:gd name="connsiteY1" fmla="*/ 300848 h 300847"/>
                <a:gd name="connsiteX2" fmla="*/ 0 w 347817"/>
                <a:gd name="connsiteY2" fmla="*/ 288990 h 300847"/>
                <a:gd name="connsiteX3" fmla="*/ 19773 w 347817"/>
                <a:gd name="connsiteY3" fmla="*/ 268885 h 300847"/>
                <a:gd name="connsiteX4" fmla="*/ 19773 w 347817"/>
                <a:gd name="connsiteY4" fmla="*/ 0 h 300847"/>
                <a:gd name="connsiteX5" fmla="*/ 120622 w 347817"/>
                <a:gd name="connsiteY5" fmla="*/ 0 h 300847"/>
                <a:gd name="connsiteX6" fmla="*/ 150338 w 347817"/>
                <a:gd name="connsiteY6" fmla="*/ 21027 h 300847"/>
                <a:gd name="connsiteX7" fmla="*/ 347817 w 347817"/>
                <a:gd name="connsiteY7" fmla="*/ 21027 h 300847"/>
                <a:gd name="connsiteX8" fmla="*/ 347817 w 347817"/>
                <a:gd name="connsiteY8" fmla="*/ 268885 h 300847"/>
                <a:gd name="connsiteX9" fmla="*/ 316180 w 347817"/>
                <a:gd name="connsiteY9" fmla="*/ 300848 h 300847"/>
                <a:gd name="connsiteX10" fmla="*/ 24573 w 347817"/>
                <a:gd name="connsiteY10" fmla="*/ 288990 h 300847"/>
                <a:gd name="connsiteX11" fmla="*/ 316180 w 347817"/>
                <a:gd name="connsiteY11" fmla="*/ 288990 h 300847"/>
                <a:gd name="connsiteX12" fmla="*/ 335959 w 347817"/>
                <a:gd name="connsiteY12" fmla="*/ 268885 h 300847"/>
                <a:gd name="connsiteX13" fmla="*/ 335959 w 347817"/>
                <a:gd name="connsiteY13" fmla="*/ 32885 h 300847"/>
                <a:gd name="connsiteX14" fmla="*/ 140940 w 347817"/>
                <a:gd name="connsiteY14" fmla="*/ 32885 h 300847"/>
                <a:gd name="connsiteX15" fmla="*/ 140016 w 347817"/>
                <a:gd name="connsiteY15" fmla="*/ 28077 h 300847"/>
                <a:gd name="connsiteX16" fmla="*/ 120622 w 347817"/>
                <a:gd name="connsiteY16" fmla="*/ 11858 h 300847"/>
                <a:gd name="connsiteX17" fmla="*/ 31631 w 347817"/>
                <a:gd name="connsiteY17" fmla="*/ 11858 h 300847"/>
                <a:gd name="connsiteX18" fmla="*/ 31631 w 347817"/>
                <a:gd name="connsiteY18" fmla="*/ 268885 h 300847"/>
                <a:gd name="connsiteX19" fmla="*/ 24573 w 347817"/>
                <a:gd name="connsiteY19" fmla="*/ 288990 h 300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7817" h="300847">
                  <a:moveTo>
                    <a:pt x="316180" y="300848"/>
                  </a:moveTo>
                  <a:lnTo>
                    <a:pt x="0" y="300848"/>
                  </a:lnTo>
                  <a:lnTo>
                    <a:pt x="0" y="288990"/>
                  </a:lnTo>
                  <a:cubicBezTo>
                    <a:pt x="10903" y="288990"/>
                    <a:pt x="19773" y="279969"/>
                    <a:pt x="19773" y="268885"/>
                  </a:cubicBezTo>
                  <a:lnTo>
                    <a:pt x="19773" y="0"/>
                  </a:lnTo>
                  <a:lnTo>
                    <a:pt x="120622" y="0"/>
                  </a:lnTo>
                  <a:cubicBezTo>
                    <a:pt x="134054" y="0"/>
                    <a:pt x="145864" y="8594"/>
                    <a:pt x="150338" y="21027"/>
                  </a:cubicBezTo>
                  <a:lnTo>
                    <a:pt x="347817" y="21027"/>
                  </a:lnTo>
                  <a:lnTo>
                    <a:pt x="347817" y="268885"/>
                  </a:lnTo>
                  <a:cubicBezTo>
                    <a:pt x="347817" y="286509"/>
                    <a:pt x="333626" y="300848"/>
                    <a:pt x="316180" y="300848"/>
                  </a:cubicBezTo>
                  <a:close/>
                  <a:moveTo>
                    <a:pt x="24573" y="288990"/>
                  </a:moveTo>
                  <a:lnTo>
                    <a:pt x="316180" y="288990"/>
                  </a:lnTo>
                  <a:cubicBezTo>
                    <a:pt x="327089" y="288990"/>
                    <a:pt x="335959" y="279969"/>
                    <a:pt x="335959" y="268885"/>
                  </a:cubicBezTo>
                  <a:lnTo>
                    <a:pt x="335959" y="32885"/>
                  </a:lnTo>
                  <a:lnTo>
                    <a:pt x="140940" y="32885"/>
                  </a:lnTo>
                  <a:lnTo>
                    <a:pt x="140016" y="28077"/>
                  </a:lnTo>
                  <a:cubicBezTo>
                    <a:pt x="138207" y="18679"/>
                    <a:pt x="130049" y="11858"/>
                    <a:pt x="120622" y="11858"/>
                  </a:cubicBezTo>
                  <a:lnTo>
                    <a:pt x="31631" y="11858"/>
                  </a:lnTo>
                  <a:lnTo>
                    <a:pt x="31631" y="268885"/>
                  </a:lnTo>
                  <a:cubicBezTo>
                    <a:pt x="31631" y="276495"/>
                    <a:pt x="28987" y="283497"/>
                    <a:pt x="24573" y="28899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1" name="자유형: 도형 65">
              <a:extLst>
                <a:ext uri="{FF2B5EF4-FFF2-40B4-BE49-F238E27FC236}">
                  <a16:creationId xmlns:a16="http://schemas.microsoft.com/office/drawing/2014/main" id="{866D3498-0BA8-4782-84B3-033C8A6D42D0}"/>
                </a:ext>
              </a:extLst>
            </p:cNvPr>
            <p:cNvSpPr/>
            <p:nvPr/>
          </p:nvSpPr>
          <p:spPr>
            <a:xfrm>
              <a:off x="2247182" y="4733419"/>
              <a:ext cx="247670" cy="11857"/>
            </a:xfrm>
            <a:custGeom>
              <a:avLst/>
              <a:gdLst>
                <a:gd name="connsiteX0" fmla="*/ 0 w 247670"/>
                <a:gd name="connsiteY0" fmla="*/ 0 h 11857"/>
                <a:gd name="connsiteX1" fmla="*/ 247671 w 247670"/>
                <a:gd name="connsiteY1" fmla="*/ 0 h 11857"/>
                <a:gd name="connsiteX2" fmla="*/ 247671 w 247670"/>
                <a:gd name="connsiteY2" fmla="*/ 11858 h 11857"/>
                <a:gd name="connsiteX3" fmla="*/ 0 w 247670"/>
                <a:gd name="connsiteY3" fmla="*/ 11858 h 1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670" h="11857">
                  <a:moveTo>
                    <a:pt x="0" y="0"/>
                  </a:moveTo>
                  <a:lnTo>
                    <a:pt x="247671" y="0"/>
                  </a:lnTo>
                  <a:lnTo>
                    <a:pt x="247671" y="11858"/>
                  </a:lnTo>
                  <a:lnTo>
                    <a:pt x="0" y="1185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2" name="자유형: 도형 66">
              <a:extLst>
                <a:ext uri="{FF2B5EF4-FFF2-40B4-BE49-F238E27FC236}">
                  <a16:creationId xmlns:a16="http://schemas.microsoft.com/office/drawing/2014/main" id="{24E4BBFC-A4A7-422D-A635-FD6A35083291}"/>
                </a:ext>
              </a:extLst>
            </p:cNvPr>
            <p:cNvSpPr/>
            <p:nvPr/>
          </p:nvSpPr>
          <p:spPr>
            <a:xfrm>
              <a:off x="2286290" y="4567097"/>
              <a:ext cx="111761" cy="11857"/>
            </a:xfrm>
            <a:custGeom>
              <a:avLst/>
              <a:gdLst>
                <a:gd name="connsiteX0" fmla="*/ 0 w 111761"/>
                <a:gd name="connsiteY0" fmla="*/ 0 h 11857"/>
                <a:gd name="connsiteX1" fmla="*/ 111761 w 111761"/>
                <a:gd name="connsiteY1" fmla="*/ 0 h 11857"/>
                <a:gd name="connsiteX2" fmla="*/ 111761 w 111761"/>
                <a:gd name="connsiteY2" fmla="*/ 11858 h 11857"/>
                <a:gd name="connsiteX3" fmla="*/ 0 w 111761"/>
                <a:gd name="connsiteY3" fmla="*/ 11858 h 1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1" h="11857">
                  <a:moveTo>
                    <a:pt x="0" y="0"/>
                  </a:moveTo>
                  <a:lnTo>
                    <a:pt x="111761" y="0"/>
                  </a:lnTo>
                  <a:lnTo>
                    <a:pt x="111761" y="11858"/>
                  </a:lnTo>
                  <a:lnTo>
                    <a:pt x="0" y="1185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3" name="자유형: 도형 67">
              <a:extLst>
                <a:ext uri="{FF2B5EF4-FFF2-40B4-BE49-F238E27FC236}">
                  <a16:creationId xmlns:a16="http://schemas.microsoft.com/office/drawing/2014/main" id="{4C5920D1-BBFB-4029-AD9E-8A26A9D65552}"/>
                </a:ext>
              </a:extLst>
            </p:cNvPr>
            <p:cNvSpPr/>
            <p:nvPr/>
          </p:nvSpPr>
          <p:spPr>
            <a:xfrm>
              <a:off x="2286290" y="4602736"/>
              <a:ext cx="57009" cy="11857"/>
            </a:xfrm>
            <a:custGeom>
              <a:avLst/>
              <a:gdLst>
                <a:gd name="connsiteX0" fmla="*/ 0 w 57009"/>
                <a:gd name="connsiteY0" fmla="*/ 0 h 11857"/>
                <a:gd name="connsiteX1" fmla="*/ 57010 w 57009"/>
                <a:gd name="connsiteY1" fmla="*/ 0 h 11857"/>
                <a:gd name="connsiteX2" fmla="*/ 57010 w 57009"/>
                <a:gd name="connsiteY2" fmla="*/ 11858 h 11857"/>
                <a:gd name="connsiteX3" fmla="*/ 0 w 57009"/>
                <a:gd name="connsiteY3" fmla="*/ 11858 h 1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09" h="11857">
                  <a:moveTo>
                    <a:pt x="0" y="0"/>
                  </a:moveTo>
                  <a:lnTo>
                    <a:pt x="57010" y="0"/>
                  </a:lnTo>
                  <a:lnTo>
                    <a:pt x="57010" y="11858"/>
                  </a:lnTo>
                  <a:lnTo>
                    <a:pt x="0" y="1185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" name="자유형: 도형 68">
              <a:extLst>
                <a:ext uri="{FF2B5EF4-FFF2-40B4-BE49-F238E27FC236}">
                  <a16:creationId xmlns:a16="http://schemas.microsoft.com/office/drawing/2014/main" id="{0A71501F-E0B3-4D0C-A681-67FB9A5B7AC6}"/>
                </a:ext>
              </a:extLst>
            </p:cNvPr>
            <p:cNvSpPr/>
            <p:nvPr/>
          </p:nvSpPr>
          <p:spPr>
            <a:xfrm>
              <a:off x="2349164" y="4449843"/>
              <a:ext cx="191683" cy="31396"/>
            </a:xfrm>
            <a:custGeom>
              <a:avLst/>
              <a:gdLst>
                <a:gd name="connsiteX0" fmla="*/ 191684 w 191683"/>
                <a:gd name="connsiteY0" fmla="*/ 31397 h 31396"/>
                <a:gd name="connsiteX1" fmla="*/ 179826 w 191683"/>
                <a:gd name="connsiteY1" fmla="*/ 31397 h 31396"/>
                <a:gd name="connsiteX2" fmla="*/ 179826 w 191683"/>
                <a:gd name="connsiteY2" fmla="*/ 11858 h 31396"/>
                <a:gd name="connsiteX3" fmla="*/ 0 w 191683"/>
                <a:gd name="connsiteY3" fmla="*/ 11858 h 31396"/>
                <a:gd name="connsiteX4" fmla="*/ 0 w 191683"/>
                <a:gd name="connsiteY4" fmla="*/ 0 h 31396"/>
                <a:gd name="connsiteX5" fmla="*/ 191684 w 191683"/>
                <a:gd name="connsiteY5" fmla="*/ 0 h 3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683" h="31396">
                  <a:moveTo>
                    <a:pt x="191684" y="31397"/>
                  </a:moveTo>
                  <a:lnTo>
                    <a:pt x="179826" y="31397"/>
                  </a:lnTo>
                  <a:lnTo>
                    <a:pt x="179826" y="11858"/>
                  </a:lnTo>
                  <a:lnTo>
                    <a:pt x="0" y="11858"/>
                  </a:lnTo>
                  <a:lnTo>
                    <a:pt x="0" y="0"/>
                  </a:lnTo>
                  <a:lnTo>
                    <a:pt x="191684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75" name="눈물 방울 74">
            <a:extLst>
              <a:ext uri="{FF2B5EF4-FFF2-40B4-BE49-F238E27FC236}">
                <a16:creationId xmlns:a16="http://schemas.microsoft.com/office/drawing/2014/main" id="{6FB59208-29A4-44F8-ABB8-3120E5459763}"/>
              </a:ext>
            </a:extLst>
          </p:cNvPr>
          <p:cNvSpPr/>
          <p:nvPr/>
        </p:nvSpPr>
        <p:spPr>
          <a:xfrm rot="8100000">
            <a:off x="6101050" y="4189591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70177739-0788-4963-99B2-A8AA9D7ABEE4}"/>
              </a:ext>
            </a:extLst>
          </p:cNvPr>
          <p:cNvSpPr/>
          <p:nvPr/>
        </p:nvSpPr>
        <p:spPr>
          <a:xfrm>
            <a:off x="6191588" y="4280129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77" name="그래픽 103">
            <a:extLst>
              <a:ext uri="{FF2B5EF4-FFF2-40B4-BE49-F238E27FC236}">
                <a16:creationId xmlns:a16="http://schemas.microsoft.com/office/drawing/2014/main" id="{FB9E941F-C473-42D8-AEBE-1E7F06501C89}"/>
              </a:ext>
            </a:extLst>
          </p:cNvPr>
          <p:cNvGrpSpPr/>
          <p:nvPr/>
        </p:nvGrpSpPr>
        <p:grpSpPr>
          <a:xfrm>
            <a:off x="6340268" y="4424992"/>
            <a:ext cx="377049" cy="379454"/>
            <a:chOff x="4291546" y="4424992"/>
            <a:chExt cx="377049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8" name="자유형: 도형 70">
              <a:extLst>
                <a:ext uri="{FF2B5EF4-FFF2-40B4-BE49-F238E27FC236}">
                  <a16:creationId xmlns:a16="http://schemas.microsoft.com/office/drawing/2014/main" id="{94426018-379B-4FEA-8484-493EC4C9412B}"/>
                </a:ext>
              </a:extLst>
            </p:cNvPr>
            <p:cNvSpPr/>
            <p:nvPr/>
          </p:nvSpPr>
          <p:spPr>
            <a:xfrm>
              <a:off x="4293950" y="4424992"/>
              <a:ext cx="273254" cy="276696"/>
            </a:xfrm>
            <a:custGeom>
              <a:avLst/>
              <a:gdLst>
                <a:gd name="connsiteX0" fmla="*/ 136550 w 273254"/>
                <a:gd name="connsiteY0" fmla="*/ 276696 h 276696"/>
                <a:gd name="connsiteX1" fmla="*/ 0 w 273254"/>
                <a:gd name="connsiteY1" fmla="*/ 138382 h 276696"/>
                <a:gd name="connsiteX2" fmla="*/ 39831 w 273254"/>
                <a:gd name="connsiteY2" fmla="*/ 40750 h 276696"/>
                <a:gd name="connsiteX3" fmla="*/ 136515 w 273254"/>
                <a:gd name="connsiteY3" fmla="*/ 0 h 276696"/>
                <a:gd name="connsiteX4" fmla="*/ 233207 w 273254"/>
                <a:gd name="connsiteY4" fmla="*/ 40545 h 276696"/>
                <a:gd name="connsiteX5" fmla="*/ 273254 w 273254"/>
                <a:gd name="connsiteY5" fmla="*/ 138326 h 276696"/>
                <a:gd name="connsiteX6" fmla="*/ 233450 w 273254"/>
                <a:gd name="connsiteY6" fmla="*/ 235902 h 276696"/>
                <a:gd name="connsiteX7" fmla="*/ 136657 w 273254"/>
                <a:gd name="connsiteY7" fmla="*/ 276696 h 276696"/>
                <a:gd name="connsiteX8" fmla="*/ 136651 w 273254"/>
                <a:gd name="connsiteY8" fmla="*/ 276696 h 276696"/>
                <a:gd name="connsiteX9" fmla="*/ 136550 w 273254"/>
                <a:gd name="connsiteY9" fmla="*/ 270767 h 276696"/>
                <a:gd name="connsiteX10" fmla="*/ 136636 w 273254"/>
                <a:gd name="connsiteY10" fmla="*/ 264838 h 276696"/>
                <a:gd name="connsiteX11" fmla="*/ 224995 w 273254"/>
                <a:gd name="connsiteY11" fmla="*/ 227592 h 276696"/>
                <a:gd name="connsiteX12" fmla="*/ 261396 w 273254"/>
                <a:gd name="connsiteY12" fmla="*/ 138332 h 276696"/>
                <a:gd name="connsiteX13" fmla="*/ 224773 w 273254"/>
                <a:gd name="connsiteY13" fmla="*/ 48881 h 276696"/>
                <a:gd name="connsiteX14" fmla="*/ 136669 w 273254"/>
                <a:gd name="connsiteY14" fmla="*/ 11858 h 276696"/>
                <a:gd name="connsiteX15" fmla="*/ 48288 w 273254"/>
                <a:gd name="connsiteY15" fmla="*/ 49059 h 276696"/>
                <a:gd name="connsiteX16" fmla="*/ 11858 w 273254"/>
                <a:gd name="connsiteY16" fmla="*/ 138379 h 276696"/>
                <a:gd name="connsiteX17" fmla="*/ 136550 w 273254"/>
                <a:gd name="connsiteY17" fmla="*/ 264838 h 276696"/>
                <a:gd name="connsiteX18" fmla="*/ 136550 w 273254"/>
                <a:gd name="connsiteY18" fmla="*/ 276696 h 27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254" h="276696">
                  <a:moveTo>
                    <a:pt x="136550" y="276696"/>
                  </a:moveTo>
                  <a:cubicBezTo>
                    <a:pt x="61288" y="276696"/>
                    <a:pt x="33" y="214646"/>
                    <a:pt x="0" y="138382"/>
                  </a:cubicBezTo>
                  <a:cubicBezTo>
                    <a:pt x="-9" y="101599"/>
                    <a:pt x="14138" y="66926"/>
                    <a:pt x="39831" y="40750"/>
                  </a:cubicBezTo>
                  <a:cubicBezTo>
                    <a:pt x="65654" y="14470"/>
                    <a:pt x="99989" y="0"/>
                    <a:pt x="136515" y="0"/>
                  </a:cubicBezTo>
                  <a:cubicBezTo>
                    <a:pt x="173076" y="0"/>
                    <a:pt x="207360" y="14399"/>
                    <a:pt x="233207" y="40545"/>
                  </a:cubicBezTo>
                  <a:cubicBezTo>
                    <a:pt x="259025" y="66683"/>
                    <a:pt x="273248" y="101409"/>
                    <a:pt x="273254" y="138326"/>
                  </a:cubicBezTo>
                  <a:cubicBezTo>
                    <a:pt x="273254" y="175106"/>
                    <a:pt x="259117" y="209758"/>
                    <a:pt x="233450" y="235902"/>
                  </a:cubicBezTo>
                  <a:cubicBezTo>
                    <a:pt x="207570" y="262209"/>
                    <a:pt x="173191" y="276696"/>
                    <a:pt x="136657" y="276696"/>
                  </a:cubicBezTo>
                  <a:cubicBezTo>
                    <a:pt x="136654" y="276696"/>
                    <a:pt x="136654" y="276696"/>
                    <a:pt x="136651" y="276696"/>
                  </a:cubicBezTo>
                  <a:lnTo>
                    <a:pt x="136550" y="270767"/>
                  </a:lnTo>
                  <a:lnTo>
                    <a:pt x="136636" y="264838"/>
                  </a:lnTo>
                  <a:cubicBezTo>
                    <a:pt x="169987" y="264838"/>
                    <a:pt x="201363" y="251611"/>
                    <a:pt x="224995" y="227592"/>
                  </a:cubicBezTo>
                  <a:cubicBezTo>
                    <a:pt x="248468" y="203687"/>
                    <a:pt x="261396" y="171985"/>
                    <a:pt x="261396" y="138332"/>
                  </a:cubicBezTo>
                  <a:cubicBezTo>
                    <a:pt x="261390" y="104554"/>
                    <a:pt x="248382" y="72787"/>
                    <a:pt x="224773" y="48881"/>
                  </a:cubicBezTo>
                  <a:cubicBezTo>
                    <a:pt x="201170" y="25008"/>
                    <a:pt x="169883" y="11858"/>
                    <a:pt x="136669" y="11858"/>
                  </a:cubicBezTo>
                  <a:cubicBezTo>
                    <a:pt x="103197" y="11858"/>
                    <a:pt x="71865" y="25071"/>
                    <a:pt x="48288" y="49059"/>
                  </a:cubicBezTo>
                  <a:cubicBezTo>
                    <a:pt x="24789" y="73000"/>
                    <a:pt x="11849" y="104723"/>
                    <a:pt x="11858" y="138379"/>
                  </a:cubicBezTo>
                  <a:cubicBezTo>
                    <a:pt x="11888" y="208107"/>
                    <a:pt x="67821" y="264838"/>
                    <a:pt x="136550" y="264838"/>
                  </a:cubicBezTo>
                  <a:lnTo>
                    <a:pt x="136550" y="27669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9" name="자유형: 도형 71">
              <a:extLst>
                <a:ext uri="{FF2B5EF4-FFF2-40B4-BE49-F238E27FC236}">
                  <a16:creationId xmlns:a16="http://schemas.microsoft.com/office/drawing/2014/main" id="{1AC7A1D1-C0B8-4A08-8F1E-D23441A9CB39}"/>
                </a:ext>
              </a:extLst>
            </p:cNvPr>
            <p:cNvSpPr/>
            <p:nvPr/>
          </p:nvSpPr>
          <p:spPr>
            <a:xfrm>
              <a:off x="4326150" y="4457568"/>
              <a:ext cx="208898" cy="211495"/>
            </a:xfrm>
            <a:custGeom>
              <a:avLst/>
              <a:gdLst>
                <a:gd name="connsiteX0" fmla="*/ 104362 w 208898"/>
                <a:gd name="connsiteY0" fmla="*/ 211495 h 211495"/>
                <a:gd name="connsiteX1" fmla="*/ 30558 w 208898"/>
                <a:gd name="connsiteY1" fmla="*/ 180475 h 211495"/>
                <a:gd name="connsiteX2" fmla="*/ 0 w 208898"/>
                <a:gd name="connsiteY2" fmla="*/ 105782 h 211495"/>
                <a:gd name="connsiteX3" fmla="*/ 30457 w 208898"/>
                <a:gd name="connsiteY3" fmla="*/ 31192 h 211495"/>
                <a:gd name="connsiteX4" fmla="*/ 104403 w 208898"/>
                <a:gd name="connsiteY4" fmla="*/ 0 h 211495"/>
                <a:gd name="connsiteX5" fmla="*/ 178284 w 208898"/>
                <a:gd name="connsiteY5" fmla="*/ 31035 h 211495"/>
                <a:gd name="connsiteX6" fmla="*/ 208898 w 208898"/>
                <a:gd name="connsiteY6" fmla="*/ 105731 h 211495"/>
                <a:gd name="connsiteX7" fmla="*/ 178453 w 208898"/>
                <a:gd name="connsiteY7" fmla="*/ 180291 h 211495"/>
                <a:gd name="connsiteX8" fmla="*/ 104442 w 208898"/>
                <a:gd name="connsiteY8" fmla="*/ 211495 h 211495"/>
                <a:gd name="connsiteX9" fmla="*/ 104362 w 208898"/>
                <a:gd name="connsiteY9" fmla="*/ 211495 h 211495"/>
                <a:gd name="connsiteX10" fmla="*/ 104468 w 208898"/>
                <a:gd name="connsiteY10" fmla="*/ 11858 h 211495"/>
                <a:gd name="connsiteX11" fmla="*/ 38918 w 208898"/>
                <a:gd name="connsiteY11" fmla="*/ 39505 h 211495"/>
                <a:gd name="connsiteX12" fmla="*/ 11861 w 208898"/>
                <a:gd name="connsiteY12" fmla="*/ 105782 h 211495"/>
                <a:gd name="connsiteX13" fmla="*/ 39001 w 208898"/>
                <a:gd name="connsiteY13" fmla="*/ 172145 h 211495"/>
                <a:gd name="connsiteX14" fmla="*/ 104365 w 208898"/>
                <a:gd name="connsiteY14" fmla="*/ 199634 h 211495"/>
                <a:gd name="connsiteX15" fmla="*/ 104365 w 208898"/>
                <a:gd name="connsiteY15" fmla="*/ 205563 h 211495"/>
                <a:gd name="connsiteX16" fmla="*/ 104442 w 208898"/>
                <a:gd name="connsiteY16" fmla="*/ 199634 h 211495"/>
                <a:gd name="connsiteX17" fmla="*/ 170001 w 208898"/>
                <a:gd name="connsiteY17" fmla="*/ 171973 h 211495"/>
                <a:gd name="connsiteX18" fmla="*/ 197043 w 208898"/>
                <a:gd name="connsiteY18" fmla="*/ 105734 h 211495"/>
                <a:gd name="connsiteX19" fmla="*/ 169844 w 208898"/>
                <a:gd name="connsiteY19" fmla="*/ 39359 h 211495"/>
                <a:gd name="connsiteX20" fmla="*/ 104468 w 208898"/>
                <a:gd name="connsiteY20" fmla="*/ 11858 h 21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8898" h="211495">
                  <a:moveTo>
                    <a:pt x="104362" y="211495"/>
                  </a:moveTo>
                  <a:cubicBezTo>
                    <a:pt x="76504" y="211495"/>
                    <a:pt x="50292" y="200479"/>
                    <a:pt x="30558" y="180475"/>
                  </a:cubicBezTo>
                  <a:cubicBezTo>
                    <a:pt x="10844" y="160491"/>
                    <a:pt x="-9" y="133965"/>
                    <a:pt x="0" y="105782"/>
                  </a:cubicBezTo>
                  <a:cubicBezTo>
                    <a:pt x="-3" y="77652"/>
                    <a:pt x="10814" y="51161"/>
                    <a:pt x="30457" y="31192"/>
                  </a:cubicBezTo>
                  <a:cubicBezTo>
                    <a:pt x="50198" y="11093"/>
                    <a:pt x="76460" y="12"/>
                    <a:pt x="104403" y="0"/>
                  </a:cubicBezTo>
                  <a:cubicBezTo>
                    <a:pt x="132343" y="0"/>
                    <a:pt x="158558" y="11022"/>
                    <a:pt x="178284" y="31035"/>
                  </a:cubicBezTo>
                  <a:cubicBezTo>
                    <a:pt x="198004" y="50986"/>
                    <a:pt x="208881" y="77518"/>
                    <a:pt x="208898" y="105731"/>
                  </a:cubicBezTo>
                  <a:cubicBezTo>
                    <a:pt x="208910" y="133852"/>
                    <a:pt x="198096" y="160331"/>
                    <a:pt x="178453" y="180291"/>
                  </a:cubicBezTo>
                  <a:cubicBezTo>
                    <a:pt x="158683" y="200408"/>
                    <a:pt x="132400" y="211492"/>
                    <a:pt x="104442" y="211495"/>
                  </a:cubicBezTo>
                  <a:lnTo>
                    <a:pt x="104362" y="211495"/>
                  </a:lnTo>
                  <a:close/>
                  <a:moveTo>
                    <a:pt x="104468" y="11858"/>
                  </a:moveTo>
                  <a:cubicBezTo>
                    <a:pt x="79673" y="11870"/>
                    <a:pt x="56414" y="21688"/>
                    <a:pt x="38918" y="39505"/>
                  </a:cubicBezTo>
                  <a:cubicBezTo>
                    <a:pt x="21466" y="57244"/>
                    <a:pt x="11858" y="80779"/>
                    <a:pt x="11861" y="105782"/>
                  </a:cubicBezTo>
                  <a:cubicBezTo>
                    <a:pt x="11855" y="130829"/>
                    <a:pt x="21493" y="154393"/>
                    <a:pt x="39001" y="172145"/>
                  </a:cubicBezTo>
                  <a:cubicBezTo>
                    <a:pt x="56488" y="189872"/>
                    <a:pt x="79703" y="199634"/>
                    <a:pt x="104365" y="199634"/>
                  </a:cubicBezTo>
                  <a:lnTo>
                    <a:pt x="104365" y="205563"/>
                  </a:lnTo>
                  <a:lnTo>
                    <a:pt x="104442" y="199634"/>
                  </a:lnTo>
                  <a:cubicBezTo>
                    <a:pt x="129198" y="199631"/>
                    <a:pt x="152478" y="189810"/>
                    <a:pt x="170001" y="171973"/>
                  </a:cubicBezTo>
                  <a:cubicBezTo>
                    <a:pt x="187453" y="154245"/>
                    <a:pt x="197055" y="130722"/>
                    <a:pt x="197043" y="105734"/>
                  </a:cubicBezTo>
                  <a:cubicBezTo>
                    <a:pt x="197026" y="80661"/>
                    <a:pt x="187367" y="57087"/>
                    <a:pt x="169844" y="39359"/>
                  </a:cubicBezTo>
                  <a:cubicBezTo>
                    <a:pt x="152360" y="21626"/>
                    <a:pt x="129142" y="11858"/>
                    <a:pt x="104468" y="11858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0" name="자유형: 도형 73">
              <a:extLst>
                <a:ext uri="{FF2B5EF4-FFF2-40B4-BE49-F238E27FC236}">
                  <a16:creationId xmlns:a16="http://schemas.microsoft.com/office/drawing/2014/main" id="{0EEB3E92-6F66-4CBE-B052-7C2782BAC688}"/>
                </a:ext>
              </a:extLst>
            </p:cNvPr>
            <p:cNvSpPr/>
            <p:nvPr/>
          </p:nvSpPr>
          <p:spPr>
            <a:xfrm>
              <a:off x="4362649" y="4494538"/>
              <a:ext cx="67916" cy="68799"/>
            </a:xfrm>
            <a:custGeom>
              <a:avLst/>
              <a:gdLst>
                <a:gd name="connsiteX0" fmla="*/ 11858 w 67916"/>
                <a:gd name="connsiteY0" fmla="*/ 68800 h 68799"/>
                <a:gd name="connsiteX1" fmla="*/ 0 w 67916"/>
                <a:gd name="connsiteY1" fmla="*/ 68797 h 68799"/>
                <a:gd name="connsiteX2" fmla="*/ 19797 w 67916"/>
                <a:gd name="connsiteY2" fmla="*/ 20295 h 68799"/>
                <a:gd name="connsiteX3" fmla="*/ 67916 w 67916"/>
                <a:gd name="connsiteY3" fmla="*/ 0 h 68799"/>
                <a:gd name="connsiteX4" fmla="*/ 67916 w 67916"/>
                <a:gd name="connsiteY4" fmla="*/ 11858 h 68799"/>
                <a:gd name="connsiteX5" fmla="*/ 28254 w 67916"/>
                <a:gd name="connsiteY5" fmla="*/ 28604 h 68799"/>
                <a:gd name="connsiteX6" fmla="*/ 11858 w 67916"/>
                <a:gd name="connsiteY6" fmla="*/ 68800 h 6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916" h="68799">
                  <a:moveTo>
                    <a:pt x="11858" y="68800"/>
                  </a:moveTo>
                  <a:lnTo>
                    <a:pt x="0" y="68797"/>
                  </a:lnTo>
                  <a:cubicBezTo>
                    <a:pt x="3" y="50515"/>
                    <a:pt x="7035" y="33288"/>
                    <a:pt x="19797" y="20295"/>
                  </a:cubicBezTo>
                  <a:cubicBezTo>
                    <a:pt x="32660" y="7207"/>
                    <a:pt x="49750" y="0"/>
                    <a:pt x="67916" y="0"/>
                  </a:cubicBezTo>
                  <a:lnTo>
                    <a:pt x="67916" y="11858"/>
                  </a:lnTo>
                  <a:cubicBezTo>
                    <a:pt x="52955" y="11858"/>
                    <a:pt x="38870" y="17805"/>
                    <a:pt x="28254" y="28604"/>
                  </a:cubicBezTo>
                  <a:cubicBezTo>
                    <a:pt x="17683" y="39368"/>
                    <a:pt x="11861" y="53642"/>
                    <a:pt x="11858" y="6880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81" name="그래픽 103">
              <a:extLst>
                <a:ext uri="{FF2B5EF4-FFF2-40B4-BE49-F238E27FC236}">
                  <a16:creationId xmlns:a16="http://schemas.microsoft.com/office/drawing/2014/main" id="{858D65C6-C1A8-4E0C-BFC6-089ED955F27C}"/>
                </a:ext>
              </a:extLst>
            </p:cNvPr>
            <p:cNvGrpSpPr/>
            <p:nvPr/>
          </p:nvGrpSpPr>
          <p:grpSpPr>
            <a:xfrm>
              <a:off x="4291546" y="4424992"/>
              <a:ext cx="377049" cy="379454"/>
              <a:chOff x="4291546" y="4424992"/>
              <a:chExt cx="377049" cy="379454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82" name="자유형: 도형 78">
                <a:extLst>
                  <a:ext uri="{FF2B5EF4-FFF2-40B4-BE49-F238E27FC236}">
                    <a16:creationId xmlns:a16="http://schemas.microsoft.com/office/drawing/2014/main" id="{4FC43989-84FF-4CB7-BF52-40FEC3C69980}"/>
                  </a:ext>
                </a:extLst>
              </p:cNvPr>
              <p:cNvSpPr/>
              <p:nvPr/>
            </p:nvSpPr>
            <p:spPr>
              <a:xfrm>
                <a:off x="4291546" y="4424992"/>
                <a:ext cx="2964" cy="2964"/>
              </a:xfrm>
              <a:custGeom>
                <a:avLst/>
                <a:gdLst/>
                <a:ahLst/>
                <a:cxnLst/>
                <a:rect l="l" t="t" r="r" b="b"/>
                <a:pathLst>
                  <a:path w="2964" h="2964"/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3" name="자유형: 도형 80">
                <a:extLst>
                  <a:ext uri="{FF2B5EF4-FFF2-40B4-BE49-F238E27FC236}">
                    <a16:creationId xmlns:a16="http://schemas.microsoft.com/office/drawing/2014/main" id="{1E76B3DA-25FD-4F4A-81AD-7217E38C7299}"/>
                  </a:ext>
                </a:extLst>
              </p:cNvPr>
              <p:cNvSpPr/>
              <p:nvPr/>
            </p:nvSpPr>
            <p:spPr>
              <a:xfrm>
                <a:off x="4522304" y="4656292"/>
                <a:ext cx="146290" cy="148153"/>
              </a:xfrm>
              <a:custGeom>
                <a:avLst/>
                <a:gdLst>
                  <a:gd name="connsiteX0" fmla="*/ 107851 w 146290"/>
                  <a:gd name="connsiteY0" fmla="*/ 148153 h 148153"/>
                  <a:gd name="connsiteX1" fmla="*/ 92922 w 146290"/>
                  <a:gd name="connsiteY1" fmla="*/ 145085 h 148153"/>
                  <a:gd name="connsiteX2" fmla="*/ 91831 w 146290"/>
                  <a:gd name="connsiteY2" fmla="*/ 144628 h 148153"/>
                  <a:gd name="connsiteX3" fmla="*/ 0 w 146290"/>
                  <a:gd name="connsiteY3" fmla="*/ 51561 h 148153"/>
                  <a:gd name="connsiteX4" fmla="*/ 50891 w 146290"/>
                  <a:gd name="connsiteY4" fmla="*/ 0 h 148153"/>
                  <a:gd name="connsiteX5" fmla="*/ 142826 w 146290"/>
                  <a:gd name="connsiteY5" fmla="*/ 93153 h 148153"/>
                  <a:gd name="connsiteX6" fmla="*/ 143271 w 146290"/>
                  <a:gd name="connsiteY6" fmla="*/ 94238 h 148153"/>
                  <a:gd name="connsiteX7" fmla="*/ 139654 w 146290"/>
                  <a:gd name="connsiteY7" fmla="*/ 130849 h 148153"/>
                  <a:gd name="connsiteX8" fmla="*/ 107851 w 146290"/>
                  <a:gd name="connsiteY8" fmla="*/ 148153 h 148153"/>
                  <a:gd name="connsiteX9" fmla="*/ 98563 w 146290"/>
                  <a:gd name="connsiteY9" fmla="*/ 134570 h 148153"/>
                  <a:gd name="connsiteX10" fmla="*/ 129812 w 146290"/>
                  <a:gd name="connsiteY10" fmla="*/ 124239 h 148153"/>
                  <a:gd name="connsiteX11" fmla="*/ 132699 w 146290"/>
                  <a:gd name="connsiteY11" fmla="*/ 99773 h 148153"/>
                  <a:gd name="connsiteX12" fmla="*/ 50891 w 146290"/>
                  <a:gd name="connsiteY12" fmla="*/ 16883 h 148153"/>
                  <a:gd name="connsiteX13" fmla="*/ 16657 w 146290"/>
                  <a:gd name="connsiteY13" fmla="*/ 51561 h 148153"/>
                  <a:gd name="connsiteX14" fmla="*/ 98563 w 146290"/>
                  <a:gd name="connsiteY14" fmla="*/ 134570 h 14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6290" h="148153">
                    <a:moveTo>
                      <a:pt x="107851" y="148153"/>
                    </a:moveTo>
                    <a:cubicBezTo>
                      <a:pt x="102793" y="148153"/>
                      <a:pt x="97772" y="147118"/>
                      <a:pt x="92922" y="145085"/>
                    </a:cubicBezTo>
                    <a:lnTo>
                      <a:pt x="91831" y="144628"/>
                    </a:lnTo>
                    <a:lnTo>
                      <a:pt x="0" y="51561"/>
                    </a:lnTo>
                    <a:lnTo>
                      <a:pt x="50891" y="0"/>
                    </a:lnTo>
                    <a:lnTo>
                      <a:pt x="142826" y="93153"/>
                    </a:lnTo>
                    <a:lnTo>
                      <a:pt x="143271" y="94238"/>
                    </a:lnTo>
                    <a:cubicBezTo>
                      <a:pt x="148313" y="106573"/>
                      <a:pt x="146997" y="119919"/>
                      <a:pt x="139654" y="130849"/>
                    </a:cubicBezTo>
                    <a:cubicBezTo>
                      <a:pt x="132379" y="141685"/>
                      <a:pt x="120488" y="148153"/>
                      <a:pt x="107851" y="148153"/>
                    </a:cubicBezTo>
                    <a:close/>
                    <a:moveTo>
                      <a:pt x="98563" y="134570"/>
                    </a:moveTo>
                    <a:cubicBezTo>
                      <a:pt x="110125" y="138907"/>
                      <a:pt x="122922" y="134496"/>
                      <a:pt x="129812" y="124239"/>
                    </a:cubicBezTo>
                    <a:cubicBezTo>
                      <a:pt x="134706" y="116952"/>
                      <a:pt x="135738" y="108094"/>
                      <a:pt x="132699" y="99773"/>
                    </a:cubicBezTo>
                    <a:lnTo>
                      <a:pt x="50891" y="16883"/>
                    </a:lnTo>
                    <a:lnTo>
                      <a:pt x="16657" y="51561"/>
                    </a:lnTo>
                    <a:lnTo>
                      <a:pt x="98563" y="13457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640039E5-416A-4F75-966F-E14379FCC493}"/>
                  </a:ext>
                </a:extLst>
              </p:cNvPr>
              <p:cNvSpPr/>
              <p:nvPr/>
            </p:nvSpPr>
            <p:spPr>
              <a:xfrm rot="2676178">
                <a:off x="4570147" y="4687396"/>
                <a:ext cx="11858" cy="46774"/>
              </a:xfrm>
              <a:custGeom>
                <a:avLst/>
                <a:gdLst>
                  <a:gd name="connsiteX0" fmla="*/ 0 w 11858"/>
                  <a:gd name="connsiteY0" fmla="*/ 0 h 46774"/>
                  <a:gd name="connsiteX1" fmla="*/ 11858 w 11858"/>
                  <a:gd name="connsiteY1" fmla="*/ 0 h 46774"/>
                  <a:gd name="connsiteX2" fmla="*/ 11858 w 11858"/>
                  <a:gd name="connsiteY2" fmla="*/ 46774 h 46774"/>
                  <a:gd name="connsiteX3" fmla="*/ 0 w 11858"/>
                  <a:gd name="connsiteY3" fmla="*/ 46774 h 4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58" h="46774">
                    <a:moveTo>
                      <a:pt x="0" y="0"/>
                    </a:moveTo>
                    <a:lnTo>
                      <a:pt x="11858" y="0"/>
                    </a:lnTo>
                    <a:lnTo>
                      <a:pt x="11858" y="46774"/>
                    </a:lnTo>
                    <a:lnTo>
                      <a:pt x="0" y="467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5" name="자유형: 도형 85">
                <a:extLst>
                  <a:ext uri="{FF2B5EF4-FFF2-40B4-BE49-F238E27FC236}">
                    <a16:creationId xmlns:a16="http://schemas.microsoft.com/office/drawing/2014/main" id="{A14900E8-9F8A-4D16-8D80-4E87E3D4AB34}"/>
                  </a:ext>
                </a:extLst>
              </p:cNvPr>
              <p:cNvSpPr/>
              <p:nvPr/>
            </p:nvSpPr>
            <p:spPr>
              <a:xfrm rot="2723336">
                <a:off x="4520709" y="4665489"/>
                <a:ext cx="33018" cy="11858"/>
              </a:xfrm>
              <a:custGeom>
                <a:avLst/>
                <a:gdLst>
                  <a:gd name="connsiteX0" fmla="*/ 0 w 33018"/>
                  <a:gd name="connsiteY0" fmla="*/ 0 h 11858"/>
                  <a:gd name="connsiteX1" fmla="*/ 33019 w 33018"/>
                  <a:gd name="connsiteY1" fmla="*/ 0 h 11858"/>
                  <a:gd name="connsiteX2" fmla="*/ 33019 w 33018"/>
                  <a:gd name="connsiteY2" fmla="*/ 11858 h 11858"/>
                  <a:gd name="connsiteX3" fmla="*/ 0 w 33018"/>
                  <a:gd name="connsiteY3" fmla="*/ 11858 h 1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18" h="11858">
                    <a:moveTo>
                      <a:pt x="0" y="0"/>
                    </a:moveTo>
                    <a:lnTo>
                      <a:pt x="33019" y="0"/>
                    </a:lnTo>
                    <a:lnTo>
                      <a:pt x="33019" y="11858"/>
                    </a:lnTo>
                    <a:lnTo>
                      <a:pt x="0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86" name="눈물 방울 85">
            <a:extLst>
              <a:ext uri="{FF2B5EF4-FFF2-40B4-BE49-F238E27FC236}">
                <a16:creationId xmlns:a16="http://schemas.microsoft.com/office/drawing/2014/main" id="{9A2F672D-271D-4CAA-99CC-7EE54892881E}"/>
              </a:ext>
            </a:extLst>
          </p:cNvPr>
          <p:cNvSpPr/>
          <p:nvPr/>
        </p:nvSpPr>
        <p:spPr>
          <a:xfrm rot="8100000">
            <a:off x="8204885" y="4189591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2C848B6C-F1A1-488F-B829-B30618E12A9C}"/>
              </a:ext>
            </a:extLst>
          </p:cNvPr>
          <p:cNvSpPr/>
          <p:nvPr/>
        </p:nvSpPr>
        <p:spPr>
          <a:xfrm>
            <a:off x="8283848" y="4280129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88" name="그래픽 108">
            <a:extLst>
              <a:ext uri="{FF2B5EF4-FFF2-40B4-BE49-F238E27FC236}">
                <a16:creationId xmlns:a16="http://schemas.microsoft.com/office/drawing/2014/main" id="{06E3193B-B3EF-4AE5-B04A-0FF4AE60FF8F}"/>
              </a:ext>
            </a:extLst>
          </p:cNvPr>
          <p:cNvGrpSpPr/>
          <p:nvPr/>
        </p:nvGrpSpPr>
        <p:grpSpPr>
          <a:xfrm>
            <a:off x="8451861" y="4465151"/>
            <a:ext cx="379454" cy="299134"/>
            <a:chOff x="6391564" y="4465151"/>
            <a:chExt cx="379454" cy="299134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89" name="그래픽 108">
              <a:extLst>
                <a:ext uri="{FF2B5EF4-FFF2-40B4-BE49-F238E27FC236}">
                  <a16:creationId xmlns:a16="http://schemas.microsoft.com/office/drawing/2014/main" id="{A3BD382C-8175-4606-A1AC-872B28168E28}"/>
                </a:ext>
              </a:extLst>
            </p:cNvPr>
            <p:cNvGrpSpPr/>
            <p:nvPr/>
          </p:nvGrpSpPr>
          <p:grpSpPr>
            <a:xfrm>
              <a:off x="6391564" y="4535641"/>
              <a:ext cx="379454" cy="228644"/>
              <a:chOff x="6391564" y="4535641"/>
              <a:chExt cx="379454" cy="228644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6" name="자유형: 도형 93">
                <a:extLst>
                  <a:ext uri="{FF2B5EF4-FFF2-40B4-BE49-F238E27FC236}">
                    <a16:creationId xmlns:a16="http://schemas.microsoft.com/office/drawing/2014/main" id="{A26AEB62-9A67-4260-B48E-C64C780633CD}"/>
                  </a:ext>
                </a:extLst>
              </p:cNvPr>
              <p:cNvSpPr/>
              <p:nvPr/>
            </p:nvSpPr>
            <p:spPr>
              <a:xfrm>
                <a:off x="6716963" y="4642273"/>
                <a:ext cx="11857" cy="89933"/>
              </a:xfrm>
              <a:custGeom>
                <a:avLst/>
                <a:gdLst>
                  <a:gd name="connsiteX0" fmla="*/ 0 w 11857"/>
                  <a:gd name="connsiteY0" fmla="*/ 0 h 89933"/>
                  <a:gd name="connsiteX1" fmla="*/ 11858 w 11857"/>
                  <a:gd name="connsiteY1" fmla="*/ 0 h 89933"/>
                  <a:gd name="connsiteX2" fmla="*/ 11858 w 11857"/>
                  <a:gd name="connsiteY2" fmla="*/ 89934 h 89933"/>
                  <a:gd name="connsiteX3" fmla="*/ 0 w 11857"/>
                  <a:gd name="connsiteY3" fmla="*/ 89934 h 8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57" h="89933">
                    <a:moveTo>
                      <a:pt x="0" y="0"/>
                    </a:moveTo>
                    <a:lnTo>
                      <a:pt x="11858" y="0"/>
                    </a:lnTo>
                    <a:lnTo>
                      <a:pt x="11858" y="89934"/>
                    </a:lnTo>
                    <a:lnTo>
                      <a:pt x="0" y="8993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자유형: 도형 94">
                <a:extLst>
                  <a:ext uri="{FF2B5EF4-FFF2-40B4-BE49-F238E27FC236}">
                    <a16:creationId xmlns:a16="http://schemas.microsoft.com/office/drawing/2014/main" id="{519DB9EB-E37D-430D-A4AE-16AD24AE10DC}"/>
                  </a:ext>
                </a:extLst>
              </p:cNvPr>
              <p:cNvSpPr/>
              <p:nvPr/>
            </p:nvSpPr>
            <p:spPr>
              <a:xfrm>
                <a:off x="6433751" y="4535641"/>
                <a:ext cx="72745" cy="196566"/>
              </a:xfrm>
              <a:custGeom>
                <a:avLst/>
                <a:gdLst>
                  <a:gd name="connsiteX0" fmla="*/ 11858 w 72745"/>
                  <a:gd name="connsiteY0" fmla="*/ 196566 h 196566"/>
                  <a:gd name="connsiteX1" fmla="*/ 0 w 72745"/>
                  <a:gd name="connsiteY1" fmla="*/ 196566 h 196566"/>
                  <a:gd name="connsiteX2" fmla="*/ 0 w 72745"/>
                  <a:gd name="connsiteY2" fmla="*/ 15673 h 196566"/>
                  <a:gd name="connsiteX3" fmla="*/ 15602 w 72745"/>
                  <a:gd name="connsiteY3" fmla="*/ 0 h 196566"/>
                  <a:gd name="connsiteX4" fmla="*/ 72745 w 72745"/>
                  <a:gd name="connsiteY4" fmla="*/ 0 h 196566"/>
                  <a:gd name="connsiteX5" fmla="*/ 72745 w 72745"/>
                  <a:gd name="connsiteY5" fmla="*/ 11858 h 196566"/>
                  <a:gd name="connsiteX6" fmla="*/ 15605 w 72745"/>
                  <a:gd name="connsiteY6" fmla="*/ 11858 h 196566"/>
                  <a:gd name="connsiteX7" fmla="*/ 11861 w 72745"/>
                  <a:gd name="connsiteY7" fmla="*/ 15673 h 196566"/>
                  <a:gd name="connsiteX8" fmla="*/ 11861 w 72745"/>
                  <a:gd name="connsiteY8" fmla="*/ 196566 h 196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745" h="196566">
                    <a:moveTo>
                      <a:pt x="11858" y="196566"/>
                    </a:moveTo>
                    <a:lnTo>
                      <a:pt x="0" y="196566"/>
                    </a:lnTo>
                    <a:lnTo>
                      <a:pt x="0" y="15673"/>
                    </a:lnTo>
                    <a:cubicBezTo>
                      <a:pt x="0" y="7032"/>
                      <a:pt x="6999" y="0"/>
                      <a:pt x="15602" y="0"/>
                    </a:cubicBezTo>
                    <a:lnTo>
                      <a:pt x="72745" y="0"/>
                    </a:lnTo>
                    <a:lnTo>
                      <a:pt x="72745" y="11858"/>
                    </a:lnTo>
                    <a:lnTo>
                      <a:pt x="15605" y="11858"/>
                    </a:lnTo>
                    <a:cubicBezTo>
                      <a:pt x="13542" y="11858"/>
                      <a:pt x="11861" y="13568"/>
                      <a:pt x="11861" y="15673"/>
                    </a:cubicBezTo>
                    <a:lnTo>
                      <a:pt x="11861" y="196566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자유형: 도형 95">
                <a:extLst>
                  <a:ext uri="{FF2B5EF4-FFF2-40B4-BE49-F238E27FC236}">
                    <a16:creationId xmlns:a16="http://schemas.microsoft.com/office/drawing/2014/main" id="{90FBEC1C-4D25-4BF3-AB8E-A96451C8C4CF}"/>
                  </a:ext>
                </a:extLst>
              </p:cNvPr>
              <p:cNvSpPr/>
              <p:nvPr/>
            </p:nvSpPr>
            <p:spPr>
              <a:xfrm>
                <a:off x="6464564" y="4698341"/>
                <a:ext cx="233453" cy="11857"/>
              </a:xfrm>
              <a:custGeom>
                <a:avLst/>
                <a:gdLst>
                  <a:gd name="connsiteX0" fmla="*/ 0 w 233453"/>
                  <a:gd name="connsiteY0" fmla="*/ 0 h 11857"/>
                  <a:gd name="connsiteX1" fmla="*/ 233453 w 233453"/>
                  <a:gd name="connsiteY1" fmla="*/ 0 h 11857"/>
                  <a:gd name="connsiteX2" fmla="*/ 233453 w 233453"/>
                  <a:gd name="connsiteY2" fmla="*/ 11858 h 11857"/>
                  <a:gd name="connsiteX3" fmla="*/ 0 w 233453"/>
                  <a:gd name="connsiteY3" fmla="*/ 11858 h 11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453" h="11857">
                    <a:moveTo>
                      <a:pt x="0" y="0"/>
                    </a:moveTo>
                    <a:lnTo>
                      <a:pt x="233453" y="0"/>
                    </a:lnTo>
                    <a:lnTo>
                      <a:pt x="233453" y="11858"/>
                    </a:lnTo>
                    <a:lnTo>
                      <a:pt x="0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자유형: 도형 96">
                <a:extLst>
                  <a:ext uri="{FF2B5EF4-FFF2-40B4-BE49-F238E27FC236}">
                    <a16:creationId xmlns:a16="http://schemas.microsoft.com/office/drawing/2014/main" id="{A38AB72B-F094-4060-A7C8-A993934DA41E}"/>
                  </a:ext>
                </a:extLst>
              </p:cNvPr>
              <p:cNvSpPr/>
              <p:nvPr/>
            </p:nvSpPr>
            <p:spPr>
              <a:xfrm>
                <a:off x="6464564" y="4563297"/>
                <a:ext cx="41929" cy="11857"/>
              </a:xfrm>
              <a:custGeom>
                <a:avLst/>
                <a:gdLst>
                  <a:gd name="connsiteX0" fmla="*/ 0 w 41929"/>
                  <a:gd name="connsiteY0" fmla="*/ 0 h 11857"/>
                  <a:gd name="connsiteX1" fmla="*/ 41930 w 41929"/>
                  <a:gd name="connsiteY1" fmla="*/ 0 h 11857"/>
                  <a:gd name="connsiteX2" fmla="*/ 41930 w 41929"/>
                  <a:gd name="connsiteY2" fmla="*/ 11858 h 11857"/>
                  <a:gd name="connsiteX3" fmla="*/ 0 w 41929"/>
                  <a:gd name="connsiteY3" fmla="*/ 11858 h 11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929" h="11857">
                    <a:moveTo>
                      <a:pt x="0" y="0"/>
                    </a:moveTo>
                    <a:lnTo>
                      <a:pt x="41930" y="0"/>
                    </a:lnTo>
                    <a:lnTo>
                      <a:pt x="41930" y="11858"/>
                    </a:lnTo>
                    <a:lnTo>
                      <a:pt x="0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자유형: 도형 97">
                <a:extLst>
                  <a:ext uri="{FF2B5EF4-FFF2-40B4-BE49-F238E27FC236}">
                    <a16:creationId xmlns:a16="http://schemas.microsoft.com/office/drawing/2014/main" id="{4439DA10-C95B-45DE-B2F9-AB7432D0D1D6}"/>
                  </a:ext>
                </a:extLst>
              </p:cNvPr>
              <p:cNvSpPr/>
              <p:nvPr/>
            </p:nvSpPr>
            <p:spPr>
              <a:xfrm>
                <a:off x="6391564" y="4725374"/>
                <a:ext cx="379454" cy="38911"/>
              </a:xfrm>
              <a:custGeom>
                <a:avLst/>
                <a:gdLst>
                  <a:gd name="connsiteX0" fmla="*/ 351481 w 379454"/>
                  <a:gd name="connsiteY0" fmla="*/ 38912 h 38911"/>
                  <a:gd name="connsiteX1" fmla="*/ 27967 w 379454"/>
                  <a:gd name="connsiteY1" fmla="*/ 38912 h 38911"/>
                  <a:gd name="connsiteX2" fmla="*/ 2366 w 379454"/>
                  <a:gd name="connsiteY2" fmla="*/ 28169 h 38911"/>
                  <a:gd name="connsiteX3" fmla="*/ 0 w 379454"/>
                  <a:gd name="connsiteY3" fmla="*/ 26390 h 38911"/>
                  <a:gd name="connsiteX4" fmla="*/ 0 w 379454"/>
                  <a:gd name="connsiteY4" fmla="*/ 0 h 38911"/>
                  <a:gd name="connsiteX5" fmla="*/ 379454 w 379454"/>
                  <a:gd name="connsiteY5" fmla="*/ 0 h 38911"/>
                  <a:gd name="connsiteX6" fmla="*/ 379454 w 379454"/>
                  <a:gd name="connsiteY6" fmla="*/ 26393 h 38911"/>
                  <a:gd name="connsiteX7" fmla="*/ 377091 w 379454"/>
                  <a:gd name="connsiteY7" fmla="*/ 28171 h 38911"/>
                  <a:gd name="connsiteX8" fmla="*/ 351481 w 379454"/>
                  <a:gd name="connsiteY8" fmla="*/ 38912 h 38911"/>
                  <a:gd name="connsiteX9" fmla="*/ 11858 w 379454"/>
                  <a:gd name="connsiteY9" fmla="*/ 20345 h 38911"/>
                  <a:gd name="connsiteX10" fmla="*/ 27967 w 379454"/>
                  <a:gd name="connsiteY10" fmla="*/ 27054 h 38911"/>
                  <a:gd name="connsiteX11" fmla="*/ 351484 w 379454"/>
                  <a:gd name="connsiteY11" fmla="*/ 27054 h 38911"/>
                  <a:gd name="connsiteX12" fmla="*/ 367599 w 379454"/>
                  <a:gd name="connsiteY12" fmla="*/ 20345 h 38911"/>
                  <a:gd name="connsiteX13" fmla="*/ 367599 w 379454"/>
                  <a:gd name="connsiteY13" fmla="*/ 11855 h 38911"/>
                  <a:gd name="connsiteX14" fmla="*/ 11858 w 379454"/>
                  <a:gd name="connsiteY14" fmla="*/ 11855 h 38911"/>
                  <a:gd name="connsiteX15" fmla="*/ 11858 w 379454"/>
                  <a:gd name="connsiteY15" fmla="*/ 20345 h 38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9454" h="38911">
                    <a:moveTo>
                      <a:pt x="351481" y="38912"/>
                    </a:moveTo>
                    <a:lnTo>
                      <a:pt x="27967" y="38912"/>
                    </a:lnTo>
                    <a:cubicBezTo>
                      <a:pt x="16966" y="38912"/>
                      <a:pt x="3827" y="29268"/>
                      <a:pt x="2366" y="28169"/>
                    </a:cubicBezTo>
                    <a:lnTo>
                      <a:pt x="0" y="26390"/>
                    </a:lnTo>
                    <a:lnTo>
                      <a:pt x="0" y="0"/>
                    </a:lnTo>
                    <a:lnTo>
                      <a:pt x="379454" y="0"/>
                    </a:lnTo>
                    <a:lnTo>
                      <a:pt x="379454" y="26393"/>
                    </a:lnTo>
                    <a:lnTo>
                      <a:pt x="377091" y="28171"/>
                    </a:lnTo>
                    <a:cubicBezTo>
                      <a:pt x="375627" y="29268"/>
                      <a:pt x="362476" y="38912"/>
                      <a:pt x="351481" y="38912"/>
                    </a:cubicBezTo>
                    <a:close/>
                    <a:moveTo>
                      <a:pt x="11858" y="20345"/>
                    </a:moveTo>
                    <a:cubicBezTo>
                      <a:pt x="16524" y="23422"/>
                      <a:pt x="23488" y="27054"/>
                      <a:pt x="27967" y="27054"/>
                    </a:cubicBezTo>
                    <a:lnTo>
                      <a:pt x="351484" y="27054"/>
                    </a:lnTo>
                    <a:cubicBezTo>
                      <a:pt x="355960" y="27054"/>
                      <a:pt x="362924" y="23422"/>
                      <a:pt x="367599" y="20345"/>
                    </a:cubicBezTo>
                    <a:lnTo>
                      <a:pt x="367599" y="11855"/>
                    </a:lnTo>
                    <a:lnTo>
                      <a:pt x="11858" y="11855"/>
                    </a:lnTo>
                    <a:lnTo>
                      <a:pt x="11858" y="20345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90" name="그래픽 108">
              <a:extLst>
                <a:ext uri="{FF2B5EF4-FFF2-40B4-BE49-F238E27FC236}">
                  <a16:creationId xmlns:a16="http://schemas.microsoft.com/office/drawing/2014/main" id="{275A1CC2-4893-4F97-9CF7-69BF9852EBF7}"/>
                </a:ext>
              </a:extLst>
            </p:cNvPr>
            <p:cNvGrpSpPr/>
            <p:nvPr/>
          </p:nvGrpSpPr>
          <p:grpSpPr>
            <a:xfrm>
              <a:off x="6525938" y="4465151"/>
              <a:ext cx="245076" cy="198650"/>
              <a:chOff x="6525938" y="4465151"/>
              <a:chExt cx="245076" cy="198650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1" name="자유형: 도형 99">
                <a:extLst>
                  <a:ext uri="{FF2B5EF4-FFF2-40B4-BE49-F238E27FC236}">
                    <a16:creationId xmlns:a16="http://schemas.microsoft.com/office/drawing/2014/main" id="{3B3E76D4-9217-4150-B68B-5DFEF9E6DFCF}"/>
                  </a:ext>
                </a:extLst>
              </p:cNvPr>
              <p:cNvSpPr/>
              <p:nvPr/>
            </p:nvSpPr>
            <p:spPr>
              <a:xfrm>
                <a:off x="6525938" y="4465151"/>
                <a:ext cx="245076" cy="198650"/>
              </a:xfrm>
              <a:custGeom>
                <a:avLst/>
                <a:gdLst>
                  <a:gd name="connsiteX0" fmla="*/ 122540 w 245076"/>
                  <a:gd name="connsiteY0" fmla="*/ 198650 h 198650"/>
                  <a:gd name="connsiteX1" fmla="*/ 100330 w 245076"/>
                  <a:gd name="connsiteY1" fmla="*/ 156869 h 198650"/>
                  <a:gd name="connsiteX2" fmla="*/ 17001 w 245076"/>
                  <a:gd name="connsiteY2" fmla="*/ 156869 h 198650"/>
                  <a:gd name="connsiteX3" fmla="*/ 0 w 245076"/>
                  <a:gd name="connsiteY3" fmla="*/ 138050 h 198650"/>
                  <a:gd name="connsiteX4" fmla="*/ 0 w 245076"/>
                  <a:gd name="connsiteY4" fmla="*/ 18833 h 198650"/>
                  <a:gd name="connsiteX5" fmla="*/ 17001 w 245076"/>
                  <a:gd name="connsiteY5" fmla="*/ 0 h 198650"/>
                  <a:gd name="connsiteX6" fmla="*/ 228055 w 245076"/>
                  <a:gd name="connsiteY6" fmla="*/ 0 h 198650"/>
                  <a:gd name="connsiteX7" fmla="*/ 245077 w 245076"/>
                  <a:gd name="connsiteY7" fmla="*/ 18830 h 198650"/>
                  <a:gd name="connsiteX8" fmla="*/ 245077 w 245076"/>
                  <a:gd name="connsiteY8" fmla="*/ 138050 h 198650"/>
                  <a:gd name="connsiteX9" fmla="*/ 228055 w 245076"/>
                  <a:gd name="connsiteY9" fmla="*/ 156869 h 198650"/>
                  <a:gd name="connsiteX10" fmla="*/ 144750 w 245076"/>
                  <a:gd name="connsiteY10" fmla="*/ 156869 h 198650"/>
                  <a:gd name="connsiteX11" fmla="*/ 122540 w 245076"/>
                  <a:gd name="connsiteY11" fmla="*/ 198650 h 198650"/>
                  <a:gd name="connsiteX12" fmla="*/ 17001 w 245076"/>
                  <a:gd name="connsiteY12" fmla="*/ 11858 h 198650"/>
                  <a:gd name="connsiteX13" fmla="*/ 11858 w 245076"/>
                  <a:gd name="connsiteY13" fmla="*/ 18833 h 198650"/>
                  <a:gd name="connsiteX14" fmla="*/ 11858 w 245076"/>
                  <a:gd name="connsiteY14" fmla="*/ 138050 h 198650"/>
                  <a:gd name="connsiteX15" fmla="*/ 17001 w 245076"/>
                  <a:gd name="connsiteY15" fmla="*/ 145011 h 198650"/>
                  <a:gd name="connsiteX16" fmla="*/ 107457 w 245076"/>
                  <a:gd name="connsiteY16" fmla="*/ 145011 h 198650"/>
                  <a:gd name="connsiteX17" fmla="*/ 122540 w 245076"/>
                  <a:gd name="connsiteY17" fmla="*/ 173387 h 198650"/>
                  <a:gd name="connsiteX18" fmla="*/ 137629 w 245076"/>
                  <a:gd name="connsiteY18" fmla="*/ 145011 h 198650"/>
                  <a:gd name="connsiteX19" fmla="*/ 228058 w 245076"/>
                  <a:gd name="connsiteY19" fmla="*/ 145011 h 198650"/>
                  <a:gd name="connsiteX20" fmla="*/ 233222 w 245076"/>
                  <a:gd name="connsiteY20" fmla="*/ 138050 h 198650"/>
                  <a:gd name="connsiteX21" fmla="*/ 233222 w 245076"/>
                  <a:gd name="connsiteY21" fmla="*/ 18830 h 198650"/>
                  <a:gd name="connsiteX22" fmla="*/ 228058 w 245076"/>
                  <a:gd name="connsiteY22" fmla="*/ 11858 h 198650"/>
                  <a:gd name="connsiteX23" fmla="*/ 17001 w 245076"/>
                  <a:gd name="connsiteY23" fmla="*/ 11858 h 19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5076" h="198650">
                    <a:moveTo>
                      <a:pt x="122540" y="198650"/>
                    </a:moveTo>
                    <a:lnTo>
                      <a:pt x="100330" y="156869"/>
                    </a:lnTo>
                    <a:lnTo>
                      <a:pt x="17001" y="156869"/>
                    </a:lnTo>
                    <a:cubicBezTo>
                      <a:pt x="7628" y="156869"/>
                      <a:pt x="0" y="148426"/>
                      <a:pt x="0" y="138050"/>
                    </a:cubicBezTo>
                    <a:lnTo>
                      <a:pt x="0" y="18833"/>
                    </a:lnTo>
                    <a:cubicBezTo>
                      <a:pt x="0" y="8449"/>
                      <a:pt x="7628" y="0"/>
                      <a:pt x="17001" y="0"/>
                    </a:cubicBezTo>
                    <a:lnTo>
                      <a:pt x="228055" y="0"/>
                    </a:lnTo>
                    <a:cubicBezTo>
                      <a:pt x="237440" y="0"/>
                      <a:pt x="245077" y="8449"/>
                      <a:pt x="245077" y="18830"/>
                    </a:cubicBezTo>
                    <a:lnTo>
                      <a:pt x="245077" y="138050"/>
                    </a:lnTo>
                    <a:cubicBezTo>
                      <a:pt x="245077" y="148426"/>
                      <a:pt x="237440" y="156869"/>
                      <a:pt x="228055" y="156869"/>
                    </a:cubicBezTo>
                    <a:lnTo>
                      <a:pt x="144750" y="156869"/>
                    </a:lnTo>
                    <a:lnTo>
                      <a:pt x="122540" y="198650"/>
                    </a:lnTo>
                    <a:close/>
                    <a:moveTo>
                      <a:pt x="17001" y="11858"/>
                    </a:moveTo>
                    <a:cubicBezTo>
                      <a:pt x="14215" y="11858"/>
                      <a:pt x="11858" y="15054"/>
                      <a:pt x="11858" y="18833"/>
                    </a:cubicBezTo>
                    <a:lnTo>
                      <a:pt x="11858" y="138050"/>
                    </a:lnTo>
                    <a:cubicBezTo>
                      <a:pt x="11858" y="141821"/>
                      <a:pt x="14212" y="145011"/>
                      <a:pt x="17001" y="145011"/>
                    </a:cubicBezTo>
                    <a:lnTo>
                      <a:pt x="107457" y="145011"/>
                    </a:lnTo>
                    <a:lnTo>
                      <a:pt x="122540" y="173387"/>
                    </a:lnTo>
                    <a:lnTo>
                      <a:pt x="137629" y="145011"/>
                    </a:lnTo>
                    <a:lnTo>
                      <a:pt x="228058" y="145011"/>
                    </a:lnTo>
                    <a:cubicBezTo>
                      <a:pt x="230853" y="145011"/>
                      <a:pt x="233222" y="141824"/>
                      <a:pt x="233222" y="138050"/>
                    </a:cubicBezTo>
                    <a:lnTo>
                      <a:pt x="233222" y="18830"/>
                    </a:lnTo>
                    <a:cubicBezTo>
                      <a:pt x="233222" y="15051"/>
                      <a:pt x="230853" y="11858"/>
                      <a:pt x="228058" y="11858"/>
                    </a:cubicBezTo>
                    <a:lnTo>
                      <a:pt x="17001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grpSp>
            <p:nvGrpSpPr>
              <p:cNvPr id="92" name="그래픽 108">
                <a:extLst>
                  <a:ext uri="{FF2B5EF4-FFF2-40B4-BE49-F238E27FC236}">
                    <a16:creationId xmlns:a16="http://schemas.microsoft.com/office/drawing/2014/main" id="{A0432F91-0354-479D-BC52-3D0909F3A37A}"/>
                  </a:ext>
                </a:extLst>
              </p:cNvPr>
              <p:cNvGrpSpPr/>
              <p:nvPr/>
            </p:nvGrpSpPr>
            <p:grpSpPr>
              <a:xfrm>
                <a:off x="6578625" y="4522846"/>
                <a:ext cx="139698" cy="38526"/>
                <a:chOff x="6578625" y="4522846"/>
                <a:chExt cx="139698" cy="38526"/>
              </a:xfrm>
              <a:solidFill>
                <a:schemeClr val="tx1">
                  <a:lumMod val="95000"/>
                  <a:lumOff val="5000"/>
                </a:schemeClr>
              </a:solidFill>
            </p:grpSpPr>
            <p:sp>
              <p:nvSpPr>
                <p:cNvPr id="93" name="자유형: 도형 104">
                  <a:extLst>
                    <a:ext uri="{FF2B5EF4-FFF2-40B4-BE49-F238E27FC236}">
                      <a16:creationId xmlns:a16="http://schemas.microsoft.com/office/drawing/2014/main" id="{36C4B023-665D-468D-BD6E-B4775030514B}"/>
                    </a:ext>
                  </a:extLst>
                </p:cNvPr>
                <p:cNvSpPr/>
                <p:nvPr/>
              </p:nvSpPr>
              <p:spPr>
                <a:xfrm>
                  <a:off x="6578625" y="4522846"/>
                  <a:ext cx="38342" cy="38526"/>
                </a:xfrm>
                <a:custGeom>
                  <a:avLst/>
                  <a:gdLst>
                    <a:gd name="connsiteX0" fmla="*/ 19171 w 38342"/>
                    <a:gd name="connsiteY0" fmla="*/ 38526 h 38526"/>
                    <a:gd name="connsiteX1" fmla="*/ 0 w 38342"/>
                    <a:gd name="connsiteY1" fmla="*/ 19257 h 38526"/>
                    <a:gd name="connsiteX2" fmla="*/ 19171 w 38342"/>
                    <a:gd name="connsiteY2" fmla="*/ 0 h 38526"/>
                    <a:gd name="connsiteX3" fmla="*/ 38343 w 38342"/>
                    <a:gd name="connsiteY3" fmla="*/ 19257 h 38526"/>
                    <a:gd name="connsiteX4" fmla="*/ 19171 w 38342"/>
                    <a:gd name="connsiteY4" fmla="*/ 38526 h 38526"/>
                    <a:gd name="connsiteX5" fmla="*/ 19171 w 38342"/>
                    <a:gd name="connsiteY5" fmla="*/ 11858 h 38526"/>
                    <a:gd name="connsiteX6" fmla="*/ 11858 w 38342"/>
                    <a:gd name="connsiteY6" fmla="*/ 19257 h 38526"/>
                    <a:gd name="connsiteX7" fmla="*/ 19171 w 38342"/>
                    <a:gd name="connsiteY7" fmla="*/ 26669 h 38526"/>
                    <a:gd name="connsiteX8" fmla="*/ 26485 w 38342"/>
                    <a:gd name="connsiteY8" fmla="*/ 19257 h 38526"/>
                    <a:gd name="connsiteX9" fmla="*/ 19171 w 38342"/>
                    <a:gd name="connsiteY9" fmla="*/ 11858 h 38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342" h="38526">
                      <a:moveTo>
                        <a:pt x="19171" y="38526"/>
                      </a:moveTo>
                      <a:cubicBezTo>
                        <a:pt x="8600" y="38526"/>
                        <a:pt x="0" y="29882"/>
                        <a:pt x="0" y="19257"/>
                      </a:cubicBezTo>
                      <a:cubicBezTo>
                        <a:pt x="0" y="8639"/>
                        <a:pt x="8600" y="0"/>
                        <a:pt x="19171" y="0"/>
                      </a:cubicBezTo>
                      <a:cubicBezTo>
                        <a:pt x="29737" y="0"/>
                        <a:pt x="38343" y="8639"/>
                        <a:pt x="38343" y="19257"/>
                      </a:cubicBezTo>
                      <a:cubicBezTo>
                        <a:pt x="38343" y="29882"/>
                        <a:pt x="29740" y="38526"/>
                        <a:pt x="19171" y="38526"/>
                      </a:cubicBezTo>
                      <a:close/>
                      <a:moveTo>
                        <a:pt x="19171" y="11858"/>
                      </a:moveTo>
                      <a:cubicBezTo>
                        <a:pt x="15137" y="11858"/>
                        <a:pt x="11858" y="15178"/>
                        <a:pt x="11858" y="19257"/>
                      </a:cubicBezTo>
                      <a:cubicBezTo>
                        <a:pt x="11858" y="23342"/>
                        <a:pt x="15134" y="26669"/>
                        <a:pt x="19171" y="26669"/>
                      </a:cubicBezTo>
                      <a:cubicBezTo>
                        <a:pt x="23200" y="26669"/>
                        <a:pt x="26485" y="23342"/>
                        <a:pt x="26485" y="19257"/>
                      </a:cubicBezTo>
                      <a:cubicBezTo>
                        <a:pt x="26485" y="15175"/>
                        <a:pt x="23203" y="11858"/>
                        <a:pt x="19171" y="11858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94" name="자유형: 도형 106">
                  <a:extLst>
                    <a:ext uri="{FF2B5EF4-FFF2-40B4-BE49-F238E27FC236}">
                      <a16:creationId xmlns:a16="http://schemas.microsoft.com/office/drawing/2014/main" id="{E1C98D05-A5E3-492A-BA56-4C2C7EA130E5}"/>
                    </a:ext>
                  </a:extLst>
                </p:cNvPr>
                <p:cNvSpPr/>
                <p:nvPr/>
              </p:nvSpPr>
              <p:spPr>
                <a:xfrm>
                  <a:off x="6629294" y="4522846"/>
                  <a:ext cx="38348" cy="38526"/>
                </a:xfrm>
                <a:custGeom>
                  <a:avLst/>
                  <a:gdLst>
                    <a:gd name="connsiteX0" fmla="*/ 19183 w 38348"/>
                    <a:gd name="connsiteY0" fmla="*/ 38526 h 38526"/>
                    <a:gd name="connsiteX1" fmla="*/ 0 w 38348"/>
                    <a:gd name="connsiteY1" fmla="*/ 19257 h 38526"/>
                    <a:gd name="connsiteX2" fmla="*/ 19183 w 38348"/>
                    <a:gd name="connsiteY2" fmla="*/ 0 h 38526"/>
                    <a:gd name="connsiteX3" fmla="*/ 38349 w 38348"/>
                    <a:gd name="connsiteY3" fmla="*/ 19257 h 38526"/>
                    <a:gd name="connsiteX4" fmla="*/ 19183 w 38348"/>
                    <a:gd name="connsiteY4" fmla="*/ 38526 h 38526"/>
                    <a:gd name="connsiteX5" fmla="*/ 19183 w 38348"/>
                    <a:gd name="connsiteY5" fmla="*/ 11858 h 38526"/>
                    <a:gd name="connsiteX6" fmla="*/ 11858 w 38348"/>
                    <a:gd name="connsiteY6" fmla="*/ 19257 h 38526"/>
                    <a:gd name="connsiteX7" fmla="*/ 19183 w 38348"/>
                    <a:gd name="connsiteY7" fmla="*/ 26669 h 38526"/>
                    <a:gd name="connsiteX8" fmla="*/ 26491 w 38348"/>
                    <a:gd name="connsiteY8" fmla="*/ 19257 h 38526"/>
                    <a:gd name="connsiteX9" fmla="*/ 19183 w 38348"/>
                    <a:gd name="connsiteY9" fmla="*/ 11858 h 38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348" h="38526">
                      <a:moveTo>
                        <a:pt x="19183" y="38526"/>
                      </a:moveTo>
                      <a:cubicBezTo>
                        <a:pt x="8606" y="38526"/>
                        <a:pt x="0" y="29882"/>
                        <a:pt x="0" y="19257"/>
                      </a:cubicBezTo>
                      <a:cubicBezTo>
                        <a:pt x="0" y="8639"/>
                        <a:pt x="8603" y="0"/>
                        <a:pt x="19183" y="0"/>
                      </a:cubicBezTo>
                      <a:cubicBezTo>
                        <a:pt x="29749" y="0"/>
                        <a:pt x="38349" y="8639"/>
                        <a:pt x="38349" y="19257"/>
                      </a:cubicBezTo>
                      <a:cubicBezTo>
                        <a:pt x="38349" y="29882"/>
                        <a:pt x="29752" y="38526"/>
                        <a:pt x="19183" y="38526"/>
                      </a:cubicBezTo>
                      <a:close/>
                      <a:moveTo>
                        <a:pt x="19183" y="11858"/>
                      </a:moveTo>
                      <a:cubicBezTo>
                        <a:pt x="15143" y="11858"/>
                        <a:pt x="11858" y="15178"/>
                        <a:pt x="11858" y="19257"/>
                      </a:cubicBezTo>
                      <a:cubicBezTo>
                        <a:pt x="11858" y="23342"/>
                        <a:pt x="15140" y="26669"/>
                        <a:pt x="19183" y="26669"/>
                      </a:cubicBezTo>
                      <a:cubicBezTo>
                        <a:pt x="23212" y="26669"/>
                        <a:pt x="26491" y="23342"/>
                        <a:pt x="26491" y="19257"/>
                      </a:cubicBezTo>
                      <a:cubicBezTo>
                        <a:pt x="26491" y="15175"/>
                        <a:pt x="23212" y="11858"/>
                        <a:pt x="19183" y="11858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95" name="자유형: 도형 114">
                  <a:extLst>
                    <a:ext uri="{FF2B5EF4-FFF2-40B4-BE49-F238E27FC236}">
                      <a16:creationId xmlns:a16="http://schemas.microsoft.com/office/drawing/2014/main" id="{801857DE-5FBD-4835-B2DD-20EAB6CC7025}"/>
                    </a:ext>
                  </a:extLst>
                </p:cNvPr>
                <p:cNvSpPr/>
                <p:nvPr/>
              </p:nvSpPr>
              <p:spPr>
                <a:xfrm>
                  <a:off x="6679975" y="4522846"/>
                  <a:ext cx="38348" cy="38526"/>
                </a:xfrm>
                <a:custGeom>
                  <a:avLst/>
                  <a:gdLst>
                    <a:gd name="connsiteX0" fmla="*/ 19171 w 38348"/>
                    <a:gd name="connsiteY0" fmla="*/ 38526 h 38526"/>
                    <a:gd name="connsiteX1" fmla="*/ 0 w 38348"/>
                    <a:gd name="connsiteY1" fmla="*/ 19257 h 38526"/>
                    <a:gd name="connsiteX2" fmla="*/ 19171 w 38348"/>
                    <a:gd name="connsiteY2" fmla="*/ 0 h 38526"/>
                    <a:gd name="connsiteX3" fmla="*/ 38349 w 38348"/>
                    <a:gd name="connsiteY3" fmla="*/ 19257 h 38526"/>
                    <a:gd name="connsiteX4" fmla="*/ 19171 w 38348"/>
                    <a:gd name="connsiteY4" fmla="*/ 38526 h 38526"/>
                    <a:gd name="connsiteX5" fmla="*/ 19171 w 38348"/>
                    <a:gd name="connsiteY5" fmla="*/ 11858 h 38526"/>
                    <a:gd name="connsiteX6" fmla="*/ 11858 w 38348"/>
                    <a:gd name="connsiteY6" fmla="*/ 19257 h 38526"/>
                    <a:gd name="connsiteX7" fmla="*/ 19171 w 38348"/>
                    <a:gd name="connsiteY7" fmla="*/ 26669 h 38526"/>
                    <a:gd name="connsiteX8" fmla="*/ 26491 w 38348"/>
                    <a:gd name="connsiteY8" fmla="*/ 19257 h 38526"/>
                    <a:gd name="connsiteX9" fmla="*/ 19171 w 38348"/>
                    <a:gd name="connsiteY9" fmla="*/ 11858 h 38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348" h="38526">
                      <a:moveTo>
                        <a:pt x="19171" y="38526"/>
                      </a:moveTo>
                      <a:cubicBezTo>
                        <a:pt x="8606" y="38526"/>
                        <a:pt x="0" y="29882"/>
                        <a:pt x="0" y="19257"/>
                      </a:cubicBezTo>
                      <a:cubicBezTo>
                        <a:pt x="0" y="8639"/>
                        <a:pt x="8603" y="0"/>
                        <a:pt x="19171" y="0"/>
                      </a:cubicBezTo>
                      <a:cubicBezTo>
                        <a:pt x="29743" y="0"/>
                        <a:pt x="38349" y="8639"/>
                        <a:pt x="38349" y="19257"/>
                      </a:cubicBezTo>
                      <a:cubicBezTo>
                        <a:pt x="38349" y="29882"/>
                        <a:pt x="29743" y="38526"/>
                        <a:pt x="19171" y="38526"/>
                      </a:cubicBezTo>
                      <a:close/>
                      <a:moveTo>
                        <a:pt x="19171" y="11858"/>
                      </a:moveTo>
                      <a:cubicBezTo>
                        <a:pt x="15143" y="11858"/>
                        <a:pt x="11858" y="15178"/>
                        <a:pt x="11858" y="19257"/>
                      </a:cubicBezTo>
                      <a:cubicBezTo>
                        <a:pt x="11858" y="23342"/>
                        <a:pt x="15140" y="26669"/>
                        <a:pt x="19171" y="26669"/>
                      </a:cubicBezTo>
                      <a:cubicBezTo>
                        <a:pt x="23206" y="26669"/>
                        <a:pt x="26491" y="23342"/>
                        <a:pt x="26491" y="19257"/>
                      </a:cubicBezTo>
                      <a:cubicBezTo>
                        <a:pt x="26491" y="15175"/>
                        <a:pt x="23206" y="11858"/>
                        <a:pt x="19171" y="11858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A3F6915-AFFA-42A2-8A6D-E80CF1529231}"/>
              </a:ext>
            </a:extLst>
          </p:cNvPr>
          <p:cNvSpPr txBox="1"/>
          <p:nvPr/>
        </p:nvSpPr>
        <p:spPr>
          <a:xfrm>
            <a:off x="2890423" y="3350511"/>
            <a:ext cx="752129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1.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개요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58E5650-D63F-4006-BBC8-99F72031A0F8}"/>
              </a:ext>
            </a:extLst>
          </p:cNvPr>
          <p:cNvSpPr txBox="1"/>
          <p:nvPr/>
        </p:nvSpPr>
        <p:spPr>
          <a:xfrm>
            <a:off x="4563367" y="3350511"/>
            <a:ext cx="1608134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2.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제안하는 연구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7A8D6A-3C48-410C-8F56-CA5A83CC1120}"/>
              </a:ext>
            </a:extLst>
          </p:cNvPr>
          <p:cNvSpPr txBox="1"/>
          <p:nvPr/>
        </p:nvSpPr>
        <p:spPr>
          <a:xfrm>
            <a:off x="6429313" y="3350511"/>
            <a:ext cx="2454518" cy="340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3.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데이터 </a:t>
            </a:r>
            <a:r>
              <a:rPr lang="ko-KR" altLang="en-US" sz="1600" b="1" spc="-2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전처리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및 활용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4EB7DB-105C-44AB-8D54-8DD3CE716AD2}"/>
              </a:ext>
            </a:extLst>
          </p:cNvPr>
          <p:cNvSpPr txBox="1"/>
          <p:nvPr/>
        </p:nvSpPr>
        <p:spPr>
          <a:xfrm>
            <a:off x="9278139" y="3350511"/>
            <a:ext cx="869789" cy="340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4.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GAN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DCEC9F9-36F8-4415-B178-033C2EB2DAD4}"/>
              </a:ext>
            </a:extLst>
          </p:cNvPr>
          <p:cNvSpPr txBox="1"/>
          <p:nvPr/>
        </p:nvSpPr>
        <p:spPr>
          <a:xfrm>
            <a:off x="1806449" y="5554793"/>
            <a:ext cx="995465" cy="352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5.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en-US" altLang="ko-KR" sz="1600" b="1" spc="-2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cGAN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3423F2D-20EA-4F38-A70F-5C8880A03EA5}"/>
              </a:ext>
            </a:extLst>
          </p:cNvPr>
          <p:cNvSpPr txBox="1"/>
          <p:nvPr/>
        </p:nvSpPr>
        <p:spPr>
          <a:xfrm>
            <a:off x="5944287" y="5554793"/>
            <a:ext cx="1232710" cy="340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7.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성능평가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EAB6E0C-137C-414D-B384-4EE2A3F843CE}"/>
              </a:ext>
            </a:extLst>
          </p:cNvPr>
          <p:cNvSpPr txBox="1"/>
          <p:nvPr/>
        </p:nvSpPr>
        <p:spPr>
          <a:xfrm>
            <a:off x="7639576" y="5554793"/>
            <a:ext cx="2049280" cy="340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8.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결론 및 향후 연구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12" name="눈물 방울 111">
            <a:extLst>
              <a:ext uri="{FF2B5EF4-FFF2-40B4-BE49-F238E27FC236}">
                <a16:creationId xmlns:a16="http://schemas.microsoft.com/office/drawing/2014/main" id="{3C600F06-606D-BBF7-6E7E-C2B6D7E0F438}"/>
              </a:ext>
            </a:extLst>
          </p:cNvPr>
          <p:cNvSpPr/>
          <p:nvPr/>
        </p:nvSpPr>
        <p:spPr>
          <a:xfrm rot="8100000">
            <a:off x="1881735" y="4177608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FA10D0A3-366D-A803-6C27-B7EC8DF71BFE}"/>
              </a:ext>
            </a:extLst>
          </p:cNvPr>
          <p:cNvSpPr/>
          <p:nvPr/>
        </p:nvSpPr>
        <p:spPr>
          <a:xfrm>
            <a:off x="1972273" y="4268146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114" name="그래픽 87">
            <a:extLst>
              <a:ext uri="{FF2B5EF4-FFF2-40B4-BE49-F238E27FC236}">
                <a16:creationId xmlns:a16="http://schemas.microsoft.com/office/drawing/2014/main" id="{08DEA4A1-7DB8-E41C-1261-D83F727BBD80}"/>
              </a:ext>
            </a:extLst>
          </p:cNvPr>
          <p:cNvGrpSpPr/>
          <p:nvPr/>
        </p:nvGrpSpPr>
        <p:grpSpPr>
          <a:xfrm>
            <a:off x="2119072" y="4413009"/>
            <a:ext cx="375581" cy="379454"/>
            <a:chOff x="9527622" y="2221706"/>
            <a:chExt cx="375581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15" name="자유형: 도형 56">
              <a:extLst>
                <a:ext uri="{FF2B5EF4-FFF2-40B4-BE49-F238E27FC236}">
                  <a16:creationId xmlns:a16="http://schemas.microsoft.com/office/drawing/2014/main" id="{322AE416-1310-66BE-9780-154868C85090}"/>
                </a:ext>
              </a:extLst>
            </p:cNvPr>
            <p:cNvSpPr/>
            <p:nvPr/>
          </p:nvSpPr>
          <p:spPr>
            <a:xfrm>
              <a:off x="9714256" y="2456336"/>
              <a:ext cx="137824" cy="113225"/>
            </a:xfrm>
            <a:custGeom>
              <a:avLst/>
              <a:gdLst>
                <a:gd name="connsiteX0" fmla="*/ 81408 w 137824"/>
                <a:gd name="connsiteY0" fmla="*/ 113226 h 113225"/>
                <a:gd name="connsiteX1" fmla="*/ 0 w 137824"/>
                <a:gd name="connsiteY1" fmla="*/ 0 h 113225"/>
                <a:gd name="connsiteX2" fmla="*/ 137825 w 137824"/>
                <a:gd name="connsiteY2" fmla="*/ 45262 h 113225"/>
                <a:gd name="connsiteX3" fmla="*/ 134739 w 137824"/>
                <a:gd name="connsiteY3" fmla="*/ 51407 h 113225"/>
                <a:gd name="connsiteX4" fmla="*/ 86264 w 137824"/>
                <a:gd name="connsiteY4" fmla="*/ 109481 h 113225"/>
                <a:gd name="connsiteX5" fmla="*/ 81408 w 137824"/>
                <a:gd name="connsiteY5" fmla="*/ 113226 h 113225"/>
                <a:gd name="connsiteX6" fmla="*/ 30857 w 137824"/>
                <a:gd name="connsiteY6" fmla="*/ 22610 h 113225"/>
                <a:gd name="connsiteX7" fmla="*/ 83815 w 137824"/>
                <a:gd name="connsiteY7" fmla="*/ 96266 h 113225"/>
                <a:gd name="connsiteX8" fmla="*/ 120909 w 137824"/>
                <a:gd name="connsiteY8" fmla="*/ 52184 h 113225"/>
                <a:gd name="connsiteX9" fmla="*/ 30857 w 137824"/>
                <a:gd name="connsiteY9" fmla="*/ 22610 h 11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824" h="113225">
                  <a:moveTo>
                    <a:pt x="81408" y="113226"/>
                  </a:moveTo>
                  <a:lnTo>
                    <a:pt x="0" y="0"/>
                  </a:lnTo>
                  <a:lnTo>
                    <a:pt x="137825" y="45262"/>
                  </a:lnTo>
                  <a:lnTo>
                    <a:pt x="134739" y="51407"/>
                  </a:lnTo>
                  <a:cubicBezTo>
                    <a:pt x="123489" y="73813"/>
                    <a:pt x="107181" y="93349"/>
                    <a:pt x="86264" y="109481"/>
                  </a:cubicBezTo>
                  <a:lnTo>
                    <a:pt x="81408" y="113226"/>
                  </a:lnTo>
                  <a:close/>
                  <a:moveTo>
                    <a:pt x="30857" y="22610"/>
                  </a:moveTo>
                  <a:lnTo>
                    <a:pt x="83815" y="96266"/>
                  </a:lnTo>
                  <a:cubicBezTo>
                    <a:pt x="99165" y="83548"/>
                    <a:pt x="111607" y="68761"/>
                    <a:pt x="120909" y="52184"/>
                  </a:cubicBezTo>
                  <a:lnTo>
                    <a:pt x="30857" y="2261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6" name="자유형: 도형 57">
              <a:extLst>
                <a:ext uri="{FF2B5EF4-FFF2-40B4-BE49-F238E27FC236}">
                  <a16:creationId xmlns:a16="http://schemas.microsoft.com/office/drawing/2014/main" id="{1A2C6793-D73D-3E48-4B36-9BA90421A15D}"/>
                </a:ext>
              </a:extLst>
            </p:cNvPr>
            <p:cNvSpPr/>
            <p:nvPr/>
          </p:nvSpPr>
          <p:spPr>
            <a:xfrm>
              <a:off x="9695533" y="2221706"/>
              <a:ext cx="207670" cy="273968"/>
            </a:xfrm>
            <a:custGeom>
              <a:avLst/>
              <a:gdLst>
                <a:gd name="connsiteX0" fmla="*/ 197076 w 207670"/>
                <a:gd name="connsiteY0" fmla="*/ 273969 h 273968"/>
                <a:gd name="connsiteX1" fmla="*/ 0 w 207670"/>
                <a:gd name="connsiteY1" fmla="*/ 209236 h 273968"/>
                <a:gd name="connsiteX2" fmla="*/ 0 w 207670"/>
                <a:gd name="connsiteY2" fmla="*/ 0 h 273968"/>
                <a:gd name="connsiteX3" fmla="*/ 6033 w 207670"/>
                <a:gd name="connsiteY3" fmla="*/ 107 h 273968"/>
                <a:gd name="connsiteX4" fmla="*/ 65319 w 207670"/>
                <a:gd name="connsiteY4" fmla="*/ 10239 h 273968"/>
                <a:gd name="connsiteX5" fmla="*/ 185156 w 207670"/>
                <a:gd name="connsiteY5" fmla="*/ 113658 h 273968"/>
                <a:gd name="connsiteX6" fmla="*/ 198822 w 207670"/>
                <a:gd name="connsiteY6" fmla="*/ 268138 h 273968"/>
                <a:gd name="connsiteX7" fmla="*/ 197076 w 207670"/>
                <a:gd name="connsiteY7" fmla="*/ 273969 h 273968"/>
                <a:gd name="connsiteX8" fmla="*/ 11855 w 207670"/>
                <a:gd name="connsiteY8" fmla="*/ 200654 h 273968"/>
                <a:gd name="connsiteX9" fmla="*/ 189119 w 207670"/>
                <a:gd name="connsiteY9" fmla="*/ 258880 h 273968"/>
                <a:gd name="connsiteX10" fmla="*/ 174567 w 207670"/>
                <a:gd name="connsiteY10" fmla="*/ 118997 h 273968"/>
                <a:gd name="connsiteX11" fmla="*/ 61620 w 207670"/>
                <a:gd name="connsiteY11" fmla="*/ 21501 h 273968"/>
                <a:gd name="connsiteX12" fmla="*/ 11855 w 207670"/>
                <a:gd name="connsiteY12" fmla="*/ 12145 h 273968"/>
                <a:gd name="connsiteX13" fmla="*/ 11855 w 207670"/>
                <a:gd name="connsiteY13" fmla="*/ 200654 h 27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670" h="273968">
                  <a:moveTo>
                    <a:pt x="197076" y="273969"/>
                  </a:moveTo>
                  <a:lnTo>
                    <a:pt x="0" y="209236"/>
                  </a:lnTo>
                  <a:lnTo>
                    <a:pt x="0" y="0"/>
                  </a:lnTo>
                  <a:lnTo>
                    <a:pt x="6033" y="107"/>
                  </a:lnTo>
                  <a:cubicBezTo>
                    <a:pt x="26784" y="471"/>
                    <a:pt x="45069" y="3593"/>
                    <a:pt x="65319" y="10239"/>
                  </a:cubicBezTo>
                  <a:cubicBezTo>
                    <a:pt x="117622" y="27407"/>
                    <a:pt x="160180" y="64134"/>
                    <a:pt x="185156" y="113658"/>
                  </a:cubicBezTo>
                  <a:cubicBezTo>
                    <a:pt x="209390" y="161727"/>
                    <a:pt x="214246" y="216588"/>
                    <a:pt x="198822" y="268138"/>
                  </a:cubicBezTo>
                  <a:lnTo>
                    <a:pt x="197076" y="273969"/>
                  </a:lnTo>
                  <a:close/>
                  <a:moveTo>
                    <a:pt x="11855" y="200654"/>
                  </a:moveTo>
                  <a:lnTo>
                    <a:pt x="189119" y="258880"/>
                  </a:lnTo>
                  <a:cubicBezTo>
                    <a:pt x="201615" y="211972"/>
                    <a:pt x="196513" y="162531"/>
                    <a:pt x="174567" y="118997"/>
                  </a:cubicBezTo>
                  <a:cubicBezTo>
                    <a:pt x="151023" y="72301"/>
                    <a:pt x="110910" y="37679"/>
                    <a:pt x="61620" y="21501"/>
                  </a:cubicBezTo>
                  <a:cubicBezTo>
                    <a:pt x="44286" y="15813"/>
                    <a:pt x="29073" y="12928"/>
                    <a:pt x="11855" y="12145"/>
                  </a:cubicBezTo>
                  <a:lnTo>
                    <a:pt x="11855" y="20065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7" name="자유형: 도형 58">
              <a:extLst>
                <a:ext uri="{FF2B5EF4-FFF2-40B4-BE49-F238E27FC236}">
                  <a16:creationId xmlns:a16="http://schemas.microsoft.com/office/drawing/2014/main" id="{D72BD967-DA49-A621-B69D-B63BCEA2FB63}"/>
                </a:ext>
              </a:extLst>
            </p:cNvPr>
            <p:cNvSpPr/>
            <p:nvPr/>
          </p:nvSpPr>
          <p:spPr>
            <a:xfrm>
              <a:off x="9527622" y="2259055"/>
              <a:ext cx="252777" cy="342104"/>
            </a:xfrm>
            <a:custGeom>
              <a:avLst/>
              <a:gdLst>
                <a:gd name="connsiteX0" fmla="*/ 169544 w 252777"/>
                <a:gd name="connsiteY0" fmla="*/ 342104 h 342104"/>
                <a:gd name="connsiteX1" fmla="*/ 169532 w 252777"/>
                <a:gd name="connsiteY1" fmla="*/ 342104 h 342104"/>
                <a:gd name="connsiteX2" fmla="*/ 49595 w 252777"/>
                <a:gd name="connsiteY2" fmla="*/ 291931 h 342104"/>
                <a:gd name="connsiteX3" fmla="*/ 49598 w 252777"/>
                <a:gd name="connsiteY3" fmla="*/ 49522 h 342104"/>
                <a:gd name="connsiteX4" fmla="*/ 143122 w 252777"/>
                <a:gd name="connsiteY4" fmla="*/ 1002 h 342104"/>
                <a:gd name="connsiteX5" fmla="*/ 149916 w 252777"/>
                <a:gd name="connsiteY5" fmla="*/ 0 h 342104"/>
                <a:gd name="connsiteX6" fmla="*/ 149916 w 252777"/>
                <a:gd name="connsiteY6" fmla="*/ 177418 h 342104"/>
                <a:gd name="connsiteX7" fmla="*/ 158012 w 252777"/>
                <a:gd name="connsiteY7" fmla="*/ 188476 h 342104"/>
                <a:gd name="connsiteX8" fmla="*/ 252778 w 252777"/>
                <a:gd name="connsiteY8" fmla="*/ 320298 h 342104"/>
                <a:gd name="connsiteX9" fmla="*/ 246662 w 252777"/>
                <a:gd name="connsiteY9" fmla="*/ 323446 h 342104"/>
                <a:gd name="connsiteX10" fmla="*/ 169544 w 252777"/>
                <a:gd name="connsiteY10" fmla="*/ 342104 h 342104"/>
                <a:gd name="connsiteX11" fmla="*/ 138061 w 252777"/>
                <a:gd name="connsiteY11" fmla="*/ 13889 h 342104"/>
                <a:gd name="connsiteX12" fmla="*/ 58026 w 252777"/>
                <a:gd name="connsiteY12" fmla="*/ 57858 h 342104"/>
                <a:gd name="connsiteX13" fmla="*/ 58023 w 252777"/>
                <a:gd name="connsiteY13" fmla="*/ 283591 h 342104"/>
                <a:gd name="connsiteX14" fmla="*/ 169532 w 252777"/>
                <a:gd name="connsiteY14" fmla="*/ 330247 h 342104"/>
                <a:gd name="connsiteX15" fmla="*/ 169544 w 252777"/>
                <a:gd name="connsiteY15" fmla="*/ 330247 h 342104"/>
                <a:gd name="connsiteX16" fmla="*/ 235035 w 252777"/>
                <a:gd name="connsiteY16" fmla="*/ 315919 h 342104"/>
                <a:gd name="connsiteX17" fmla="*/ 148416 w 252777"/>
                <a:gd name="connsiteY17" fmla="*/ 195434 h 342104"/>
                <a:gd name="connsiteX18" fmla="*/ 138061 w 252777"/>
                <a:gd name="connsiteY18" fmla="*/ 181287 h 342104"/>
                <a:gd name="connsiteX19" fmla="*/ 138061 w 252777"/>
                <a:gd name="connsiteY19" fmla="*/ 13889 h 342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2777" h="342104">
                  <a:moveTo>
                    <a:pt x="169544" y="342104"/>
                  </a:moveTo>
                  <a:lnTo>
                    <a:pt x="169532" y="342104"/>
                  </a:lnTo>
                  <a:cubicBezTo>
                    <a:pt x="124214" y="342104"/>
                    <a:pt x="81620" y="324285"/>
                    <a:pt x="49595" y="291931"/>
                  </a:cubicBezTo>
                  <a:cubicBezTo>
                    <a:pt x="-16534" y="225096"/>
                    <a:pt x="-16531" y="116353"/>
                    <a:pt x="49598" y="49522"/>
                  </a:cubicBezTo>
                  <a:cubicBezTo>
                    <a:pt x="76293" y="22545"/>
                    <a:pt x="107758" y="6222"/>
                    <a:pt x="143122" y="1002"/>
                  </a:cubicBezTo>
                  <a:lnTo>
                    <a:pt x="149916" y="0"/>
                  </a:lnTo>
                  <a:lnTo>
                    <a:pt x="149916" y="177418"/>
                  </a:lnTo>
                  <a:lnTo>
                    <a:pt x="158012" y="188476"/>
                  </a:lnTo>
                  <a:lnTo>
                    <a:pt x="252778" y="320298"/>
                  </a:lnTo>
                  <a:lnTo>
                    <a:pt x="246662" y="323446"/>
                  </a:lnTo>
                  <a:cubicBezTo>
                    <a:pt x="222946" y="335651"/>
                    <a:pt x="196278" y="342104"/>
                    <a:pt x="169544" y="342104"/>
                  </a:cubicBezTo>
                  <a:close/>
                  <a:moveTo>
                    <a:pt x="138061" y="13889"/>
                  </a:moveTo>
                  <a:cubicBezTo>
                    <a:pt x="108043" y="19726"/>
                    <a:pt x="81143" y="34498"/>
                    <a:pt x="58026" y="57858"/>
                  </a:cubicBezTo>
                  <a:cubicBezTo>
                    <a:pt x="-3555" y="120091"/>
                    <a:pt x="-3558" y="221352"/>
                    <a:pt x="58023" y="283591"/>
                  </a:cubicBezTo>
                  <a:cubicBezTo>
                    <a:pt x="87804" y="313678"/>
                    <a:pt x="127404" y="330247"/>
                    <a:pt x="169532" y="330247"/>
                  </a:cubicBezTo>
                  <a:lnTo>
                    <a:pt x="169544" y="330247"/>
                  </a:lnTo>
                  <a:cubicBezTo>
                    <a:pt x="192095" y="330247"/>
                    <a:pt x="214589" y="325311"/>
                    <a:pt x="235035" y="315919"/>
                  </a:cubicBezTo>
                  <a:lnTo>
                    <a:pt x="148416" y="195434"/>
                  </a:lnTo>
                  <a:lnTo>
                    <a:pt x="138061" y="181287"/>
                  </a:lnTo>
                  <a:lnTo>
                    <a:pt x="138061" y="1388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118" name="Oval 7">
            <a:extLst>
              <a:ext uri="{FF2B5EF4-FFF2-40B4-BE49-F238E27FC236}">
                <a16:creationId xmlns:a16="http://schemas.microsoft.com/office/drawing/2014/main" id="{4D6AACB7-5A78-DE86-9956-8197C2741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320" y="5372146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ea"/>
              <a:ea typeface="+mj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2E7CB5D-5F7B-CD18-B18B-560529BF0E04}"/>
              </a:ext>
            </a:extLst>
          </p:cNvPr>
          <p:cNvSpPr txBox="1"/>
          <p:nvPr/>
        </p:nvSpPr>
        <p:spPr>
          <a:xfrm>
            <a:off x="3541604" y="5568295"/>
            <a:ext cx="1834798" cy="340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6. Rain2FloodNet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165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BB2BC1-3120-E623-B207-5EF3ACC5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B9A3551-765D-3EAD-7377-9B4F23BE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FAD772-729B-2139-695C-7A0E97F9F2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DA3129-7624-18A5-0197-E879E61923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71F8D06B-F14D-824C-33A7-496574ED0B8B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/>
              <a:t>연구배경</a:t>
            </a:r>
            <a:endParaRPr lang="en-US" altLang="ko-KR" b="1"/>
          </a:p>
          <a:p>
            <a:pPr lvl="1">
              <a:lnSpc>
                <a:spcPct val="100000"/>
              </a:lnSpc>
            </a:pPr>
            <a:r>
              <a:rPr lang="ko-KR" altLang="en-US" sz="2000"/>
              <a:t>최근 기후변화로 인한 극한호우 사례 증가</a:t>
            </a:r>
            <a:endParaRPr lang="en-US" altLang="ko-KR" sz="2000"/>
          </a:p>
          <a:p>
            <a:pPr lvl="1">
              <a:lnSpc>
                <a:spcPct val="100000"/>
              </a:lnSpc>
            </a:pPr>
            <a:r>
              <a:rPr lang="ko-KR" altLang="en-US" sz="2000"/>
              <a:t>더불어 </a:t>
            </a:r>
            <a:r>
              <a:rPr lang="ko-KR" altLang="en-US" sz="2000" b="1" u="sng"/>
              <a:t>침수 피해 규모도 확대</a:t>
            </a:r>
            <a:endParaRPr lang="en-US" altLang="ko-KR" sz="2000" b="1" u="sng"/>
          </a:p>
          <a:p>
            <a:pPr lvl="1">
              <a:lnSpc>
                <a:spcPct val="100000"/>
              </a:lnSpc>
            </a:pPr>
            <a:r>
              <a:rPr lang="ko-KR" altLang="en-US" sz="2000"/>
              <a:t>효과적인 </a:t>
            </a:r>
            <a:r>
              <a:rPr lang="ko-KR" altLang="en-US" sz="2000" b="1" u="sng"/>
              <a:t>침수 예측 모델 필요</a:t>
            </a:r>
            <a:endParaRPr lang="en-US" altLang="ko-KR" sz="2000" b="1" u="sng" dirty="0"/>
          </a:p>
        </p:txBody>
      </p:sp>
      <p:pic>
        <p:nvPicPr>
          <p:cNvPr id="7" name="Picture 4" descr="https://news.kbs.co.kr/data/fckeditor/vod/2023/08/10/305901691657008106.png">
            <a:extLst>
              <a:ext uri="{FF2B5EF4-FFF2-40B4-BE49-F238E27FC236}">
                <a16:creationId xmlns:a16="http://schemas.microsoft.com/office/drawing/2014/main" id="{8F3D7451-021D-AC99-FBF0-1A925D428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719" y="3244850"/>
            <a:ext cx="4594162" cy="30146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김영희 디자이너">
            <a:extLst>
              <a:ext uri="{FF2B5EF4-FFF2-40B4-BE49-F238E27FC236}">
                <a16:creationId xmlns:a16="http://schemas.microsoft.com/office/drawing/2014/main" id="{B7B62DBB-34B5-1C7D-0B7A-A716F518A1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9"/>
          <a:stretch/>
        </p:blipFill>
        <p:spPr bwMode="auto">
          <a:xfrm>
            <a:off x="6985000" y="1461038"/>
            <a:ext cx="4860925" cy="47984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32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5E49C9-5D74-3748-0CFB-43E1599D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F4B5E3-F0D9-0611-1797-4848C173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A96796-20FE-A0D7-4C3C-C14F1760F6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FEA3C3-528C-6295-429B-05900387C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18221EDE-C684-3305-EA2B-2A18A9AB02C4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/>
              <a:t>연구배경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/>
              <a:t>복잡한 도시환경과 급변하는 기상조건</a:t>
            </a:r>
            <a:r>
              <a:rPr lang="ko-KR" altLang="en-US" sz="2000"/>
              <a:t>을 반영한 예측 모델 필요</a:t>
            </a:r>
            <a:endParaRPr lang="en-US" altLang="ko-KR" sz="2000"/>
          </a:p>
          <a:p>
            <a:pPr lvl="1">
              <a:lnSpc>
                <a:spcPct val="100000"/>
              </a:lnSpc>
            </a:pPr>
            <a:r>
              <a:rPr lang="ko-KR" altLang="en-US" sz="2000"/>
              <a:t>기존 모델은 수식</a:t>
            </a:r>
            <a:r>
              <a:rPr lang="en-US" altLang="ko-KR" sz="2000"/>
              <a:t>•</a:t>
            </a:r>
            <a:r>
              <a:rPr lang="ko-KR" altLang="en-US" sz="2000"/>
              <a:t>강수량 데이터 기반 연구 발달</a:t>
            </a:r>
          </a:p>
          <a:p>
            <a:pPr lvl="1">
              <a:lnSpc>
                <a:spcPct val="100000"/>
              </a:lnSpc>
            </a:pPr>
            <a:r>
              <a:rPr lang="ko-KR" altLang="en-US" sz="2000"/>
              <a:t>실시간 침수 위험 지도 필요</a:t>
            </a:r>
            <a:endParaRPr lang="en-US" altLang="ko-KR" sz="2000"/>
          </a:p>
          <a:p>
            <a:pPr lvl="1">
              <a:lnSpc>
                <a:spcPct val="100000"/>
              </a:lnSpc>
            </a:pPr>
            <a:r>
              <a:rPr lang="ko-KR" altLang="en-US" sz="2000"/>
              <a:t>빠른 분석과 해석이 필요</a:t>
            </a:r>
            <a:endParaRPr lang="en-US" altLang="ko-KR" sz="2000"/>
          </a:p>
          <a:p>
            <a:pPr lvl="1">
              <a:lnSpc>
                <a:spcPct val="100000"/>
              </a:lnSpc>
            </a:pPr>
            <a:r>
              <a:rPr lang="ko-KR" altLang="en-US" sz="2000" b="1" u="sng"/>
              <a:t>생성형 </a:t>
            </a:r>
            <a:r>
              <a:rPr lang="en-US" altLang="ko-KR" sz="2000" b="1" u="sng"/>
              <a:t>AI</a:t>
            </a:r>
            <a:r>
              <a:rPr lang="ko-KR" altLang="en-US" sz="2000" b="1" u="sng"/>
              <a:t>를 적용하여 침수 예측</a:t>
            </a:r>
            <a:endParaRPr lang="en-US" altLang="ko-KR" sz="2000" b="1" u="sng"/>
          </a:p>
          <a:p>
            <a:pPr lvl="1"/>
            <a:endParaRPr lang="en-US" altLang="ko-KR" sz="2000" b="1" u="sng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F85B438-24A3-403D-F81A-419A7362D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209" y="3680833"/>
            <a:ext cx="2728800" cy="27050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B0D0B79-0747-A0BB-8640-299A31CD0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969" y="3680833"/>
            <a:ext cx="2727030" cy="27193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7F29B6-8359-5543-9A94-B563425AB3EE}"/>
              </a:ext>
            </a:extLst>
          </p:cNvPr>
          <p:cNvSpPr txBox="1"/>
          <p:nvPr/>
        </p:nvSpPr>
        <p:spPr>
          <a:xfrm>
            <a:off x="2704928" y="6385878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실제 침수흔적도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880ED-A0C9-A74D-DF6D-CA932055E5AF}"/>
              </a:ext>
            </a:extLst>
          </p:cNvPr>
          <p:cNvSpPr txBox="1"/>
          <p:nvPr/>
        </p:nvSpPr>
        <p:spPr>
          <a:xfrm>
            <a:off x="7567317" y="6385878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Qgis</a:t>
            </a:r>
            <a:r>
              <a:rPr lang="en-US" altLang="ko-KR" dirty="0"/>
              <a:t> </a:t>
            </a:r>
            <a:r>
              <a:rPr lang="ko-KR" altLang="en-US" dirty="0"/>
              <a:t>침수 흔적도</a:t>
            </a:r>
          </a:p>
        </p:txBody>
      </p:sp>
    </p:spTree>
    <p:extLst>
      <p:ext uri="{BB962C8B-B14F-4D97-AF65-F5344CB8AC3E}">
        <p14:creationId xmlns:p14="http://schemas.microsoft.com/office/powerpoint/2010/main" val="95650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BFDD1E-3EC2-8CA8-E47E-9C7AEB53F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1B742D-4F3B-8F93-01C6-75AA1877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8989F9-516D-3C0C-97B0-1CF5303104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77E016-29F4-DD24-34F5-815062AD03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제안하는 연구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ADE34AD9-21F2-D026-5707-360586CE09B5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/>
              <a:t>제안</a:t>
            </a:r>
          </a:p>
          <a:p>
            <a:pPr lvl="1">
              <a:lnSpc>
                <a:spcPct val="100000"/>
              </a:lnSpc>
            </a:pPr>
            <a:r>
              <a:rPr lang="ko-KR" altLang="en-US" sz="2000"/>
              <a:t>다양한 침수 지역 예측을 수행하기 위해 </a:t>
            </a:r>
            <a:r>
              <a:rPr lang="en-US" altLang="ko-KR" sz="2000"/>
              <a:t>AI</a:t>
            </a:r>
            <a:r>
              <a:rPr lang="ko-KR" altLang="en-US" sz="2000"/>
              <a:t>기술 적용</a:t>
            </a:r>
            <a:endParaRPr lang="en-US" altLang="ko-KR" sz="2000"/>
          </a:p>
          <a:p>
            <a:pPr lvl="1">
              <a:lnSpc>
                <a:spcPct val="100000"/>
              </a:lnSpc>
            </a:pPr>
            <a:r>
              <a:rPr lang="ko-KR" altLang="en-US" sz="2000" b="1" u="sng"/>
              <a:t>조건부 생성적 적대 신경망 </a:t>
            </a:r>
            <a:r>
              <a:rPr lang="en-US" altLang="ko-KR" sz="2000" b="1" u="sng"/>
              <a:t>cGAN </a:t>
            </a:r>
            <a:r>
              <a:rPr lang="ko-KR" altLang="en-US" sz="2000" b="1" u="sng"/>
              <a:t>활용</a:t>
            </a:r>
            <a:endParaRPr lang="en-US" altLang="ko-KR" sz="2000" b="1" u="sng"/>
          </a:p>
          <a:p>
            <a:pPr lvl="1">
              <a:lnSpc>
                <a:spcPct val="100000"/>
              </a:lnSpc>
            </a:pPr>
            <a:r>
              <a:rPr lang="ko-KR" altLang="en-US" sz="2000"/>
              <a:t>활용 데이터</a:t>
            </a:r>
            <a:endParaRPr lang="en-US" altLang="ko-KR" sz="200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/>
              <a:t>방재기상관측</a:t>
            </a:r>
            <a:r>
              <a:rPr lang="en-US" altLang="ko-KR" sz="1600"/>
              <a:t>(AWS) - </a:t>
            </a:r>
            <a:r>
              <a:rPr lang="ko-KR" altLang="en-US" sz="1600"/>
              <a:t>기상청</a:t>
            </a:r>
            <a:endParaRPr lang="en-US" altLang="ko-KR" sz="160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/>
              <a:t>침수흔적도 </a:t>
            </a:r>
            <a:r>
              <a:rPr lang="en-US" altLang="ko-KR" sz="1600"/>
              <a:t>– </a:t>
            </a:r>
            <a:r>
              <a:rPr lang="ko-KR" altLang="en-US" sz="1600"/>
              <a:t>생활 안전정보</a:t>
            </a:r>
            <a:endParaRPr lang="en-US" altLang="ko-KR" sz="160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/>
              <a:t>AWS</a:t>
            </a:r>
            <a:r>
              <a:rPr lang="ko-KR" altLang="en-US" sz="1600"/>
              <a:t>를 활용한 복합 조건 벡터</a:t>
            </a:r>
            <a:endParaRPr lang="en-US" altLang="ko-KR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8385174-9AED-4CDE-6E10-CBD6F6B7780A}"/>
              </a:ext>
            </a:extLst>
          </p:cNvPr>
          <p:cNvGrpSpPr/>
          <p:nvPr/>
        </p:nvGrpSpPr>
        <p:grpSpPr>
          <a:xfrm>
            <a:off x="846596" y="3805265"/>
            <a:ext cx="3792416" cy="701496"/>
            <a:chOff x="590619" y="4029141"/>
            <a:chExt cx="4205940" cy="84102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7345515-1D4A-B030-2758-CE6E412BC9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</a:blip>
            <a:srcRect r="75313" b="-5851"/>
            <a:stretch/>
          </p:blipFill>
          <p:spPr>
            <a:xfrm>
              <a:off x="590619" y="4029141"/>
              <a:ext cx="841024" cy="841024"/>
            </a:xfrm>
            <a:prstGeom prst="rect">
              <a:avLst/>
            </a:prstGeom>
          </p:spPr>
        </p:pic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58264A5B-E611-2E8E-AE1C-40926905A34B}"/>
                </a:ext>
              </a:extLst>
            </p:cNvPr>
            <p:cNvSpPr txBox="1"/>
            <p:nvPr/>
          </p:nvSpPr>
          <p:spPr>
            <a:xfrm>
              <a:off x="1215619" y="4209807"/>
              <a:ext cx="3580940" cy="479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기상청</a:t>
              </a:r>
              <a:r>
                <a:rPr lang="en-US" altLang="ko-KR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(</a:t>
              </a:r>
              <a:r>
                <a:rPr lang="ko-KR" altLang="en-US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기상자료개방포털</a:t>
              </a:r>
              <a:r>
                <a:rPr lang="en-US" altLang="ko-KR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)</a:t>
              </a:r>
              <a:endParaRPr lang="ko-KR" altLang="en-US" sz="20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함초롬돋움" panose="020B0604000101010101" pitchFamily="50" charset="-127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4B914F8-0C0E-0410-3D8A-6613C51B29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116" y="4401066"/>
            <a:ext cx="2042188" cy="14916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5913FF-C25E-F958-FB89-F09F5677ABE0}"/>
              </a:ext>
            </a:extLst>
          </p:cNvPr>
          <p:cNvSpPr txBox="1"/>
          <p:nvPr/>
        </p:nvSpPr>
        <p:spPr>
          <a:xfrm>
            <a:off x="1864116" y="6007276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AWS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1428B7-BD6E-3D55-48A3-4936019EE3AA}"/>
              </a:ext>
            </a:extLst>
          </p:cNvPr>
          <p:cNvSpPr txBox="1"/>
          <p:nvPr/>
        </p:nvSpPr>
        <p:spPr>
          <a:xfrm>
            <a:off x="6838446" y="5267487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Qgis</a:t>
            </a:r>
            <a:r>
              <a:rPr lang="en-US" altLang="ko-KR" dirty="0"/>
              <a:t> </a:t>
            </a:r>
            <a:r>
              <a:rPr lang="ko-KR" altLang="en-US" dirty="0"/>
              <a:t>침수흔적도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36FE9-210C-53C0-C705-161BCB3B7A46}"/>
              </a:ext>
            </a:extLst>
          </p:cNvPr>
          <p:cNvSpPr txBox="1"/>
          <p:nvPr/>
        </p:nvSpPr>
        <p:spPr>
          <a:xfrm>
            <a:off x="9405624" y="5931929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상세 </a:t>
            </a:r>
            <a:r>
              <a:rPr lang="en-US" altLang="ko-KR" dirty="0"/>
              <a:t>DB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3D1E4FA-ABDD-162A-1937-F54DE73AD79D}"/>
              </a:ext>
            </a:extLst>
          </p:cNvPr>
          <p:cNvGrpSpPr/>
          <p:nvPr/>
        </p:nvGrpSpPr>
        <p:grpSpPr>
          <a:xfrm>
            <a:off x="7226034" y="1645319"/>
            <a:ext cx="3792416" cy="701496"/>
            <a:chOff x="590619" y="4029141"/>
            <a:chExt cx="4205942" cy="84102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27C0ECC7-8729-C327-6272-282487BB47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</a:blip>
            <a:srcRect r="75313" b="-5851"/>
            <a:stretch/>
          </p:blipFill>
          <p:spPr>
            <a:xfrm>
              <a:off x="590619" y="4029141"/>
              <a:ext cx="841024" cy="841024"/>
            </a:xfrm>
            <a:prstGeom prst="rect">
              <a:avLst/>
            </a:prstGeom>
          </p:spPr>
        </p:pic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4C515B03-723F-4C67-0523-5C31F9E6FDE0}"/>
                </a:ext>
              </a:extLst>
            </p:cNvPr>
            <p:cNvSpPr txBox="1"/>
            <p:nvPr/>
          </p:nvSpPr>
          <p:spPr>
            <a:xfrm>
              <a:off x="1215619" y="4209807"/>
              <a:ext cx="3580940" cy="479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행정안전부 </a:t>
              </a:r>
              <a:r>
                <a:rPr lang="en-US" altLang="ko-KR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- </a:t>
              </a:r>
              <a:r>
                <a:rPr lang="ko-KR" altLang="en-US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재난안전과</a:t>
              </a: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B3E1249-34F6-D188-6D59-30689D6AC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22" y="2977283"/>
            <a:ext cx="2198108" cy="217897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57D134C-C866-4267-E0B4-A432A80D4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444" y="2329206"/>
            <a:ext cx="2359657" cy="357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F27918-B4CE-3BD2-B4D9-ECA97C02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3668305-516F-97EE-FDF0-42DD5FBC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F84821-66D9-FF25-F129-F79CF8B05B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429CAB-9494-467F-386B-2D986193DE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제안하는 연구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778C9123-9981-21F3-98F5-7ADD1D83BBB4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/>
              <a:t>제안</a:t>
            </a:r>
          </a:p>
          <a:p>
            <a:pPr lvl="1">
              <a:lnSpc>
                <a:spcPct val="100000"/>
              </a:lnSpc>
            </a:pPr>
            <a:r>
              <a:rPr lang="ko-KR" altLang="en-US" sz="2000"/>
              <a:t>다양한 침수 예측을 수행하기 위해 </a:t>
            </a:r>
            <a:r>
              <a:rPr lang="en-US" altLang="ko-KR" sz="2000"/>
              <a:t>AI</a:t>
            </a:r>
            <a:r>
              <a:rPr lang="ko-KR" altLang="en-US" sz="2000"/>
              <a:t>기술 적용</a:t>
            </a:r>
            <a:endParaRPr lang="en-US" altLang="ko-KR" sz="2000"/>
          </a:p>
          <a:p>
            <a:pPr lvl="1">
              <a:lnSpc>
                <a:spcPct val="100000"/>
              </a:lnSpc>
            </a:pPr>
            <a:r>
              <a:rPr lang="ko-KR" altLang="en-US" sz="2000" b="1" u="sng"/>
              <a:t>조건부 생성적 적대 신경망 </a:t>
            </a:r>
            <a:r>
              <a:rPr lang="en-US" altLang="ko-KR" sz="2000" b="1" u="sng"/>
              <a:t>cGAN </a:t>
            </a:r>
            <a:r>
              <a:rPr lang="ko-KR" altLang="en-US" sz="2000" b="1" u="sng"/>
              <a:t>활용</a:t>
            </a:r>
            <a:endParaRPr lang="en-US" altLang="ko-KR" sz="2000" b="1" u="sng"/>
          </a:p>
          <a:p>
            <a:pPr lvl="1">
              <a:lnSpc>
                <a:spcPct val="100000"/>
              </a:lnSpc>
            </a:pPr>
            <a:r>
              <a:rPr lang="ko-KR" altLang="en-US" sz="2000"/>
              <a:t>활용 데이터</a:t>
            </a:r>
            <a:endParaRPr lang="en-US" altLang="ko-KR" sz="200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/>
              <a:t>방재기상관측</a:t>
            </a:r>
            <a:r>
              <a:rPr lang="en-US" altLang="ko-KR" sz="1600"/>
              <a:t>(AWS) - </a:t>
            </a:r>
            <a:r>
              <a:rPr lang="ko-KR" altLang="en-US" sz="1600"/>
              <a:t>기상청</a:t>
            </a:r>
            <a:endParaRPr lang="en-US" altLang="ko-KR" sz="160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/>
              <a:t>침수흔적도 </a:t>
            </a:r>
            <a:r>
              <a:rPr lang="en-US" altLang="ko-KR" sz="1600"/>
              <a:t>– </a:t>
            </a:r>
            <a:r>
              <a:rPr lang="ko-KR" altLang="en-US" sz="1600"/>
              <a:t>생활 안전정보</a:t>
            </a:r>
            <a:endParaRPr lang="en-US" altLang="ko-KR" sz="160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/>
              <a:t>AWS</a:t>
            </a:r>
            <a:r>
              <a:rPr lang="ko-KR" altLang="en-US" sz="1600"/>
              <a:t>를 활용한 복합 조건 벡터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E2DAD-0EC4-FE3F-1987-88798EA8A432}"/>
              </a:ext>
            </a:extLst>
          </p:cNvPr>
          <p:cNvSpPr txBox="1"/>
          <p:nvPr/>
        </p:nvSpPr>
        <p:spPr>
          <a:xfrm>
            <a:off x="7592483" y="6112553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연구의 시스템 구조도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8AD22-CA47-86C5-1651-F42FE439DCF0}"/>
              </a:ext>
            </a:extLst>
          </p:cNvPr>
          <p:cNvSpPr txBox="1"/>
          <p:nvPr/>
        </p:nvSpPr>
        <p:spPr>
          <a:xfrm>
            <a:off x="2041260" y="6129296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침수 지역 예측 예시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6A47487-5C19-5293-E698-2484DF6B2B1E}"/>
              </a:ext>
            </a:extLst>
          </p:cNvPr>
          <p:cNvGrpSpPr/>
          <p:nvPr/>
        </p:nvGrpSpPr>
        <p:grpSpPr>
          <a:xfrm>
            <a:off x="7107598" y="2121108"/>
            <a:ext cx="4367319" cy="3919036"/>
            <a:chOff x="894229" y="1386590"/>
            <a:chExt cx="4367319" cy="3750186"/>
          </a:xfrm>
        </p:grpSpPr>
        <p:sp>
          <p:nvSpPr>
            <p:cNvPr id="10" name="순서도: 대체 처리 9">
              <a:extLst>
                <a:ext uri="{FF2B5EF4-FFF2-40B4-BE49-F238E27FC236}">
                  <a16:creationId xmlns:a16="http://schemas.microsoft.com/office/drawing/2014/main" id="{75AAB331-5CD5-48DB-CB71-78A97DEC200A}"/>
                </a:ext>
              </a:extLst>
            </p:cNvPr>
            <p:cNvSpPr/>
            <p:nvPr/>
          </p:nvSpPr>
          <p:spPr>
            <a:xfrm>
              <a:off x="908222" y="1386590"/>
              <a:ext cx="4353326" cy="1019331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</a:rPr>
                <a:t>데이터 수집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순서도: 대체 처리 10">
              <a:extLst>
                <a:ext uri="{FF2B5EF4-FFF2-40B4-BE49-F238E27FC236}">
                  <a16:creationId xmlns:a16="http://schemas.microsoft.com/office/drawing/2014/main" id="{A371F681-50A7-1FE3-88BD-7BD7DF61009E}"/>
                </a:ext>
              </a:extLst>
            </p:cNvPr>
            <p:cNvSpPr/>
            <p:nvPr/>
          </p:nvSpPr>
          <p:spPr>
            <a:xfrm>
              <a:off x="3297785" y="1896255"/>
              <a:ext cx="1829048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침수 흔적도</a:t>
              </a:r>
            </a:p>
          </p:txBody>
        </p:sp>
        <p:sp>
          <p:nvSpPr>
            <p:cNvPr id="12" name="순서도: 대체 처리 11">
              <a:extLst>
                <a:ext uri="{FF2B5EF4-FFF2-40B4-BE49-F238E27FC236}">
                  <a16:creationId xmlns:a16="http://schemas.microsoft.com/office/drawing/2014/main" id="{69898F5D-1D87-9AE1-CB18-300E967F109C}"/>
                </a:ext>
              </a:extLst>
            </p:cNvPr>
            <p:cNvSpPr/>
            <p:nvPr/>
          </p:nvSpPr>
          <p:spPr>
            <a:xfrm>
              <a:off x="1062218" y="1896255"/>
              <a:ext cx="1845874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AWS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순서도: 대체 처리 12">
              <a:extLst>
                <a:ext uri="{FF2B5EF4-FFF2-40B4-BE49-F238E27FC236}">
                  <a16:creationId xmlns:a16="http://schemas.microsoft.com/office/drawing/2014/main" id="{F461568E-84FB-26A3-4540-2F15D68D1890}"/>
                </a:ext>
              </a:extLst>
            </p:cNvPr>
            <p:cNvSpPr/>
            <p:nvPr/>
          </p:nvSpPr>
          <p:spPr>
            <a:xfrm>
              <a:off x="894229" y="2818151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</a:rPr>
                <a:t>전처리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4" name="순서도: 대체 처리 13">
              <a:extLst>
                <a:ext uri="{FF2B5EF4-FFF2-40B4-BE49-F238E27FC236}">
                  <a16:creationId xmlns:a16="http://schemas.microsoft.com/office/drawing/2014/main" id="{C56871FB-7770-4C27-754E-2E149A4F670F}"/>
                </a:ext>
              </a:extLst>
            </p:cNvPr>
            <p:cNvSpPr/>
            <p:nvPr/>
          </p:nvSpPr>
          <p:spPr>
            <a:xfrm>
              <a:off x="908222" y="3740642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Pix2Pix, </a:t>
              </a:r>
              <a:r>
                <a:rPr lang="en-US" altLang="ko-KR" dirty="0" err="1">
                  <a:solidFill>
                    <a:schemeClr val="tx1"/>
                  </a:solidFill>
                </a:rPr>
                <a:t>cGAN</a:t>
              </a:r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모델 학습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5" name="순서도: 대체 처리 14">
              <a:extLst>
                <a:ext uri="{FF2B5EF4-FFF2-40B4-BE49-F238E27FC236}">
                  <a16:creationId xmlns:a16="http://schemas.microsoft.com/office/drawing/2014/main" id="{DEA37CB4-6EAC-DFD0-97E9-E0491B686ABF}"/>
                </a:ext>
              </a:extLst>
            </p:cNvPr>
            <p:cNvSpPr/>
            <p:nvPr/>
          </p:nvSpPr>
          <p:spPr>
            <a:xfrm>
              <a:off x="894229" y="4640648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침수 지역 예측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6" name="화살표: 아래쪽 15">
              <a:extLst>
                <a:ext uri="{FF2B5EF4-FFF2-40B4-BE49-F238E27FC236}">
                  <a16:creationId xmlns:a16="http://schemas.microsoft.com/office/drawing/2014/main" id="{3A637DF5-4C87-1B54-7CD3-9E72EBACA5CF}"/>
                </a:ext>
              </a:extLst>
            </p:cNvPr>
            <p:cNvSpPr/>
            <p:nvPr/>
          </p:nvSpPr>
          <p:spPr>
            <a:xfrm>
              <a:off x="2900597" y="2405921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화살표: 아래쪽 16">
              <a:extLst>
                <a:ext uri="{FF2B5EF4-FFF2-40B4-BE49-F238E27FC236}">
                  <a16:creationId xmlns:a16="http://schemas.microsoft.com/office/drawing/2014/main" id="{C68D1F08-55FE-1013-7186-8D168C527F63}"/>
                </a:ext>
              </a:extLst>
            </p:cNvPr>
            <p:cNvSpPr/>
            <p:nvPr/>
          </p:nvSpPr>
          <p:spPr>
            <a:xfrm>
              <a:off x="2908092" y="3328413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화살표: 아래쪽 17">
              <a:extLst>
                <a:ext uri="{FF2B5EF4-FFF2-40B4-BE49-F238E27FC236}">
                  <a16:creationId xmlns:a16="http://schemas.microsoft.com/office/drawing/2014/main" id="{4BC24C9C-09DA-3839-B798-B64019BF67DF}"/>
                </a:ext>
              </a:extLst>
            </p:cNvPr>
            <p:cNvSpPr/>
            <p:nvPr/>
          </p:nvSpPr>
          <p:spPr>
            <a:xfrm>
              <a:off x="2900597" y="4245719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9" name="Picture 1">
            <a:extLst>
              <a:ext uri="{FF2B5EF4-FFF2-40B4-BE49-F238E27FC236}">
                <a16:creationId xmlns:a16="http://schemas.microsoft.com/office/drawing/2014/main" id="{C673C43D-A6B5-9844-85A9-1CD91A802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70" y="3789573"/>
            <a:ext cx="3473529" cy="215793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7378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DB4B49-B5D9-5334-7EBD-7FF860D9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0574F4-2BB4-0612-5ED5-55CF5AA3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79B888-F3F0-2F8D-DBE3-1342C995AB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023578-985E-381F-39DA-690BE1A14D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활용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9B581143-DEDD-5E9C-F992-BD8074B30C09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 err="1"/>
              <a:t>전처리</a:t>
            </a:r>
            <a:r>
              <a:rPr lang="ko-KR" altLang="en-US" b="1" dirty="0"/>
              <a:t> 및 활용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활용 데이터</a:t>
            </a:r>
            <a:endParaRPr lang="en-US" altLang="ko-KR" sz="20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방재기상관측</a:t>
            </a:r>
            <a:r>
              <a:rPr lang="en-US" altLang="ko-KR" sz="1600" dirty="0"/>
              <a:t>(AWS) - </a:t>
            </a:r>
            <a:r>
              <a:rPr lang="ko-KR" altLang="en-US" sz="1600" dirty="0"/>
              <a:t>기상청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침수흔적도 </a:t>
            </a:r>
            <a:r>
              <a:rPr lang="en-US" altLang="ko-KR" sz="1600" dirty="0"/>
              <a:t>– </a:t>
            </a:r>
            <a:r>
              <a:rPr lang="ko-KR" altLang="en-US" sz="1600" dirty="0"/>
              <a:t>생활 안전정보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/>
              <a:t>AWS</a:t>
            </a:r>
            <a:r>
              <a:rPr lang="ko-KR" altLang="en-US" sz="1600" dirty="0"/>
              <a:t>를 활용한 복합 조건 벡터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데이터 처리</a:t>
            </a:r>
            <a:endParaRPr lang="en-US" altLang="ko-KR" sz="20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중복 데이터 제거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결측치</a:t>
            </a:r>
            <a:r>
              <a:rPr lang="ko-KR" altLang="en-US" sz="1600" dirty="0"/>
              <a:t> 데이터 제거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데이터 활용</a:t>
            </a:r>
            <a:endParaRPr lang="en-US" altLang="ko-KR" dirty="0"/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ko-KR" altLang="en-US" sz="1600" dirty="0"/>
              <a:t>단기 집중호우가 침수에 미치는 영향이 큼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ko-KR" altLang="en-US" sz="1600" dirty="0"/>
              <a:t>중장기 강수가 침수 지속성 및 침수심에 영향을 줌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ko-KR" altLang="en-US" sz="1600" dirty="0"/>
              <a:t>침수 시 발생한 </a:t>
            </a:r>
            <a:r>
              <a:rPr lang="en-US" altLang="ko-KR" sz="1600" dirty="0"/>
              <a:t>1 – 3 – 5 </a:t>
            </a:r>
            <a:r>
              <a:rPr lang="ko-KR" altLang="en-US" sz="1600" dirty="0"/>
              <a:t>시간 최대 강수량 데이터 연계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ko-KR" altLang="en-US" sz="1600" dirty="0"/>
              <a:t>연계 데이터의 복합 조건 벡터 </a:t>
            </a:r>
            <a:r>
              <a:rPr lang="en-US" altLang="ko-KR" sz="1600" dirty="0"/>
              <a:t>(0.5x1h + 0.3x3h + 0.2x5h) </a:t>
            </a:r>
            <a:r>
              <a:rPr lang="ko-KR" altLang="en-US" sz="1600" dirty="0"/>
              <a:t>설계</a:t>
            </a:r>
            <a:endParaRPr lang="en-US" altLang="ko-KR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37FF973-1F94-3F05-B838-D1B3B5F10E68}"/>
              </a:ext>
            </a:extLst>
          </p:cNvPr>
          <p:cNvGrpSpPr/>
          <p:nvPr/>
        </p:nvGrpSpPr>
        <p:grpSpPr>
          <a:xfrm>
            <a:off x="7636638" y="4397828"/>
            <a:ext cx="3716289" cy="2277607"/>
            <a:chOff x="4448356" y="4045781"/>
            <a:chExt cx="3330936" cy="2277607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7428CDC-B568-23F0-0D9B-692201441B9B}"/>
                </a:ext>
              </a:extLst>
            </p:cNvPr>
            <p:cNvGrpSpPr/>
            <p:nvPr/>
          </p:nvGrpSpPr>
          <p:grpSpPr>
            <a:xfrm>
              <a:off x="4448356" y="4045781"/>
              <a:ext cx="3330936" cy="1840669"/>
              <a:chOff x="4398963" y="3687178"/>
              <a:chExt cx="5951762" cy="2429417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B8886BB5-FFAA-DBE8-240F-F04D82CBA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98963" y="3687178"/>
                <a:ext cx="3894138" cy="2429417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AF2DBA79-062C-4E88-1F46-879382D8A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3101" y="3687178"/>
                <a:ext cx="2057624" cy="2429417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8114C4-1593-B961-9E38-5B2C5676B392}"/>
                </a:ext>
              </a:extLst>
            </p:cNvPr>
            <p:cNvSpPr txBox="1"/>
            <p:nvPr/>
          </p:nvSpPr>
          <p:spPr>
            <a:xfrm>
              <a:off x="5173740" y="5954056"/>
              <a:ext cx="184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/>
                <a:t>침수흔적도</a:t>
              </a:r>
              <a:endParaRPr lang="ko-KR" altLang="en-US" dirty="0"/>
            </a:p>
          </p:txBody>
        </p:sp>
      </p:grpSp>
      <p:pic>
        <p:nvPicPr>
          <p:cNvPr id="13" name="Picture 1">
            <a:extLst>
              <a:ext uri="{FF2B5EF4-FFF2-40B4-BE49-F238E27FC236}">
                <a16:creationId xmlns:a16="http://schemas.microsoft.com/office/drawing/2014/main" id="{7D535B22-CBF8-3DCB-66E0-8D2D30A28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971" y="2319544"/>
            <a:ext cx="2789850" cy="28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6659798-DBAF-E102-0766-106B6E2B8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002" y="2672350"/>
            <a:ext cx="3909788" cy="4370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DD32C5-A8EC-96B8-E63C-9E00A9428243}"/>
              </a:ext>
            </a:extLst>
          </p:cNvPr>
          <p:cNvSpPr txBox="1"/>
          <p:nvPr/>
        </p:nvSpPr>
        <p:spPr>
          <a:xfrm>
            <a:off x="8259143" y="3244334"/>
            <a:ext cx="243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복합 조건 및 근거</a:t>
            </a:r>
          </a:p>
        </p:txBody>
      </p:sp>
    </p:spTree>
    <p:extLst>
      <p:ext uri="{BB962C8B-B14F-4D97-AF65-F5344CB8AC3E}">
        <p14:creationId xmlns:p14="http://schemas.microsoft.com/office/powerpoint/2010/main" val="105160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4900E9-0BDC-27A1-3D35-1CC69EB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EAA231C-E5E9-0226-2173-DF4E0408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A200E2-7747-0174-88E4-0508B948F8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7E494C-1B40-B523-DDA4-42E7817623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GAN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07AFDA97-ED0A-44AB-2915-EAA8BAC19980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/>
              <a:t>GAN</a:t>
            </a:r>
            <a:endParaRPr lang="ko-KR" altLang="en-US" b="1"/>
          </a:p>
          <a:p>
            <a:pPr lvl="1">
              <a:lnSpc>
                <a:spcPct val="100000"/>
              </a:lnSpc>
            </a:pPr>
            <a:r>
              <a:rPr lang="en-US" altLang="ko-KR" sz="2000"/>
              <a:t>Generative Adversarial Network</a:t>
            </a:r>
          </a:p>
          <a:p>
            <a:pPr lvl="1">
              <a:lnSpc>
                <a:spcPct val="100000"/>
              </a:lnSpc>
            </a:pPr>
            <a:r>
              <a:rPr lang="en-US" altLang="ko-KR" sz="2000"/>
              <a:t>GAN</a:t>
            </a:r>
            <a:r>
              <a:rPr lang="ko-KR" altLang="en-US" sz="2000"/>
              <a:t>은 </a:t>
            </a:r>
            <a:r>
              <a:rPr lang="ko-KR" altLang="en-US" sz="2000" b="1" u="sng"/>
              <a:t>두개의 신경망으로 존재</a:t>
            </a:r>
            <a:endParaRPr lang="en-US" altLang="ko-KR" sz="2000" b="1" u="sng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/>
              <a:t>생성자</a:t>
            </a:r>
            <a:r>
              <a:rPr lang="en-US" altLang="ko-KR" sz="1600"/>
              <a:t>(Generator)</a:t>
            </a:r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/>
              <a:t>판별자</a:t>
            </a:r>
            <a:r>
              <a:rPr lang="en-US" altLang="ko-KR" sz="1600"/>
              <a:t>(Discriminator)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/>
              <a:t>생성자와 판별자가 경쟁하며 발전하는 적대적 관계</a:t>
            </a:r>
            <a:endParaRPr lang="en-US" altLang="ko-KR" sz="2000" b="1" u="sng"/>
          </a:p>
          <a:p>
            <a:pPr lvl="1">
              <a:lnSpc>
                <a:spcPct val="100000"/>
              </a:lnSpc>
            </a:pPr>
            <a:r>
              <a:rPr lang="ko-KR" altLang="en-US" sz="2000"/>
              <a:t>단순히 현실적인 데이터를 생성하는 모델</a:t>
            </a:r>
            <a:endParaRPr lang="en-US" altLang="ko-KR" sz="2000"/>
          </a:p>
          <a:p>
            <a:pPr lvl="1"/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4F671-4C01-5984-6B8D-28DBCF11F818}"/>
              </a:ext>
            </a:extLst>
          </p:cNvPr>
          <p:cNvSpPr txBox="1"/>
          <p:nvPr/>
        </p:nvSpPr>
        <p:spPr>
          <a:xfrm>
            <a:off x="8491977" y="6010153"/>
            <a:ext cx="212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GAN </a:t>
            </a:r>
            <a:r>
              <a:rPr lang="ko-KR" altLang="en-US" dirty="0"/>
              <a:t>학습 구조도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5078C63-0BFE-C01B-E2B8-22CC92E2A812}"/>
              </a:ext>
            </a:extLst>
          </p:cNvPr>
          <p:cNvGrpSpPr/>
          <p:nvPr/>
        </p:nvGrpSpPr>
        <p:grpSpPr>
          <a:xfrm>
            <a:off x="1048101" y="4163954"/>
            <a:ext cx="6212360" cy="1658060"/>
            <a:chOff x="3126319" y="1335800"/>
            <a:chExt cx="6212360" cy="165806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C9D4FB8-FA47-FB32-E719-590EC6BFA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469" y="1335800"/>
              <a:ext cx="1658060" cy="1658060"/>
            </a:xfrm>
            <a:prstGeom prst="rect">
              <a:avLst/>
            </a:prstGeom>
          </p:spPr>
        </p:pic>
        <p:sp>
          <p:nvSpPr>
            <p:cNvPr id="10" name="모서리가 둥근 직사각형 64">
              <a:extLst>
                <a:ext uri="{FF2B5EF4-FFF2-40B4-BE49-F238E27FC236}">
                  <a16:creationId xmlns:a16="http://schemas.microsoft.com/office/drawing/2014/main" id="{EE179FCA-779A-34B0-650C-81C839842224}"/>
                </a:ext>
              </a:extLst>
            </p:cNvPr>
            <p:cNvSpPr/>
            <p:nvPr/>
          </p:nvSpPr>
          <p:spPr>
            <a:xfrm>
              <a:off x="3126319" y="1964253"/>
              <a:ext cx="1970386" cy="483747"/>
            </a:xfrm>
            <a:prstGeom prst="roundRect">
              <a:avLst/>
            </a:prstGeom>
            <a:solidFill>
              <a:srgbClr val="FE3D9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생성자</a:t>
              </a:r>
              <a:endParaRPr lang="ko-KR" alt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모서리가 둥근 직사각형 65">
              <a:extLst>
                <a:ext uri="{FF2B5EF4-FFF2-40B4-BE49-F238E27FC236}">
                  <a16:creationId xmlns:a16="http://schemas.microsoft.com/office/drawing/2014/main" id="{F0C6737B-4D8C-BD8C-6F88-2755ED7FF581}"/>
                </a:ext>
              </a:extLst>
            </p:cNvPr>
            <p:cNvSpPr/>
            <p:nvPr/>
          </p:nvSpPr>
          <p:spPr>
            <a:xfrm>
              <a:off x="7368293" y="1964253"/>
              <a:ext cx="1970386" cy="483747"/>
            </a:xfrm>
            <a:prstGeom prst="roundRect">
              <a:avLst/>
            </a:prstGeom>
            <a:solidFill>
              <a:srgbClr val="99E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판별자</a:t>
              </a:r>
              <a:endParaRPr lang="ko-KR" alt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C8584F7E-4470-E651-36CC-77F054AA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751" y="1375075"/>
            <a:ext cx="3719783" cy="43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4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0B56EB-54B2-3E24-E497-11B68BE2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19F8E7-97BB-2CCD-BF8A-49A65387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825E21-5B9B-E508-46F0-843DFEC19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779221-04F4-85DA-DD9A-CC0BCD3770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err="1"/>
              <a:t>cGAN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6E7DBEF9-891A-CB3F-D7F1-9C8FAC9063AC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err="1"/>
              <a:t>cGAN</a:t>
            </a:r>
            <a:endParaRPr lang="ko-KR" altLang="en-US" b="1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Conditional Generative Adversarial Network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 dirty="0"/>
              <a:t>생성된 데이터가 특정 조건에</a:t>
            </a:r>
            <a:r>
              <a:rPr lang="en-US" altLang="ko-KR" sz="2000" b="1" u="sng" dirty="0"/>
              <a:t> </a:t>
            </a:r>
            <a:r>
              <a:rPr lang="ko-KR" altLang="en-US" sz="2000" b="1" u="sng" dirty="0"/>
              <a:t>따라 다른 모델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생성자와 </a:t>
            </a:r>
            <a:r>
              <a:rPr lang="ko-KR" altLang="en-US" sz="2000" dirty="0" err="1"/>
              <a:t>판별자</a:t>
            </a:r>
            <a:r>
              <a:rPr lang="ko-KR" altLang="en-US" sz="2000" dirty="0"/>
              <a:t> 모두 조건 변수 추가 입력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특정 조건마다 제어된 데이터를 생성할 수 있는 모델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실시간 침수 예측모델에 </a:t>
            </a:r>
            <a:r>
              <a:rPr lang="en-US" altLang="ko-KR" sz="2000" b="1" u="sng" dirty="0" err="1"/>
              <a:t>cGAN</a:t>
            </a:r>
            <a:r>
              <a:rPr lang="ko-KR" altLang="en-US" sz="2000" b="1" u="sng" dirty="0"/>
              <a:t>을 적용하는 이유</a:t>
            </a:r>
            <a:endParaRPr lang="en-US" altLang="ko-KR" sz="2000" b="1" u="sng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강수량</a:t>
            </a:r>
            <a:r>
              <a:rPr lang="en-US" altLang="ko-KR" sz="1600" dirty="0"/>
              <a:t>, </a:t>
            </a:r>
            <a:r>
              <a:rPr lang="ko-KR" altLang="en-US" sz="1600" dirty="0"/>
              <a:t>복합 조건 벡터를 조건으로 사용하여 </a:t>
            </a:r>
            <a:r>
              <a:rPr lang="ko-KR" altLang="en-US" sz="1600" b="1" u="sng" dirty="0"/>
              <a:t>제어된 데이터 생성 가능</a:t>
            </a:r>
            <a:endParaRPr lang="en-US" altLang="ko-KR" sz="16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F5917-16ED-CC52-4E13-920D5AFBA345}"/>
              </a:ext>
            </a:extLst>
          </p:cNvPr>
          <p:cNvSpPr txBox="1"/>
          <p:nvPr/>
        </p:nvSpPr>
        <p:spPr>
          <a:xfrm>
            <a:off x="8874999" y="5447909"/>
            <a:ext cx="204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cGAN</a:t>
            </a:r>
            <a:r>
              <a:rPr lang="ko-KR" altLang="en-US" dirty="0"/>
              <a:t> 구조도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616D23-1A14-0153-312A-940B808E9A7D}"/>
              </a:ext>
            </a:extLst>
          </p:cNvPr>
          <p:cNvGrpSpPr/>
          <p:nvPr/>
        </p:nvGrpSpPr>
        <p:grpSpPr>
          <a:xfrm>
            <a:off x="1048101" y="4163954"/>
            <a:ext cx="6212360" cy="1658060"/>
            <a:chOff x="3126319" y="1335800"/>
            <a:chExt cx="6212360" cy="165806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82A8254-DCFA-3153-2577-66BDD8664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469" y="1335800"/>
              <a:ext cx="1658060" cy="1658060"/>
            </a:xfrm>
            <a:prstGeom prst="rect">
              <a:avLst/>
            </a:prstGeom>
          </p:spPr>
        </p:pic>
        <p:sp>
          <p:nvSpPr>
            <p:cNvPr id="10" name="모서리가 둥근 직사각형 63">
              <a:extLst>
                <a:ext uri="{FF2B5EF4-FFF2-40B4-BE49-F238E27FC236}">
                  <a16:creationId xmlns:a16="http://schemas.microsoft.com/office/drawing/2014/main" id="{D6DD1E0E-CF52-8E95-888F-71E58492859D}"/>
                </a:ext>
              </a:extLst>
            </p:cNvPr>
            <p:cNvSpPr/>
            <p:nvPr/>
          </p:nvSpPr>
          <p:spPr>
            <a:xfrm>
              <a:off x="3126319" y="1964253"/>
              <a:ext cx="1970386" cy="483747"/>
            </a:xfrm>
            <a:prstGeom prst="roundRect">
              <a:avLst/>
            </a:prstGeom>
            <a:solidFill>
              <a:srgbClr val="FE3D9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생성자</a:t>
              </a:r>
              <a:endParaRPr lang="ko-KR" alt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모서리가 둥근 직사각형 64">
              <a:extLst>
                <a:ext uri="{FF2B5EF4-FFF2-40B4-BE49-F238E27FC236}">
                  <a16:creationId xmlns:a16="http://schemas.microsoft.com/office/drawing/2014/main" id="{7E451623-32C8-A8C1-ED56-70A5BBD9916B}"/>
                </a:ext>
              </a:extLst>
            </p:cNvPr>
            <p:cNvSpPr/>
            <p:nvPr/>
          </p:nvSpPr>
          <p:spPr>
            <a:xfrm>
              <a:off x="7368293" y="1964253"/>
              <a:ext cx="1970386" cy="483747"/>
            </a:xfrm>
            <a:prstGeom prst="roundRect">
              <a:avLst/>
            </a:prstGeom>
            <a:solidFill>
              <a:srgbClr val="99E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판별자</a:t>
              </a:r>
              <a:endParaRPr lang="ko-KR" alt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EEC4FED9-F666-BA53-93E7-6621BD67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802" y="1572214"/>
            <a:ext cx="3800694" cy="37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3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6461B9-2635-8D08-15FF-97343845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C1AB98-A6F4-E956-9819-589C2A3F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33AEC2-445C-56F3-BC22-9EC89EB40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121911-E3E8-FC99-E89A-816815DEDB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err="1"/>
              <a:t>cGAN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1F555934-05C6-F894-908B-5FE3DE3F8715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err="1"/>
              <a:t>cGAN</a:t>
            </a:r>
            <a:r>
              <a:rPr lang="en-US" altLang="ko-KR" b="1" dirty="0"/>
              <a:t> </a:t>
            </a:r>
            <a:r>
              <a:rPr lang="ko-KR" altLang="en-US" b="1" dirty="0"/>
              <a:t>모델의 한계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조건 정보가 네트워크의 초기 입력에만 반영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학습이 진행됨에 따라 중간 계층 이후에서 조건의 영향력 감소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Mode collapse </a:t>
            </a:r>
            <a:r>
              <a:rPr lang="ko-KR" altLang="en-US" sz="2000" dirty="0"/>
              <a:t>현상이 발생할 가능성 높음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다양한 조건이나 지역 상황에 대한 대응이 제한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생성된 이미지가 조건에 부합하는지 확인하거나 이를 </a:t>
            </a:r>
            <a:endParaRPr lang="en-US" altLang="ko-KR" sz="2000" dirty="0"/>
          </a:p>
          <a:p>
            <a:pPr marL="4572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반영할 피드백 구조</a:t>
            </a:r>
            <a:r>
              <a:rPr lang="en-US" altLang="ko-KR" sz="2000" dirty="0"/>
              <a:t>x</a:t>
            </a:r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조건 일관성 확보 어려움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7092A-006F-5EA1-0B24-F4796825DBF9}"/>
              </a:ext>
            </a:extLst>
          </p:cNvPr>
          <p:cNvSpPr txBox="1"/>
          <p:nvPr/>
        </p:nvSpPr>
        <p:spPr>
          <a:xfrm>
            <a:off x="8766933" y="5447909"/>
            <a:ext cx="204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cGAN</a:t>
            </a:r>
            <a:r>
              <a:rPr lang="ko-KR" altLang="en-US" dirty="0"/>
              <a:t> 구조도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001058-A48A-6E96-1049-E276DD1E9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802" y="1572214"/>
            <a:ext cx="3800694" cy="37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24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7BD261-67B4-5958-AEBA-D7BF3216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F65533-8448-87A0-A858-3C8E5306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2722A-3DBB-7ECA-2F7F-7EB21A12E0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1CA80B-9604-6D65-D91A-E88FE53452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4618B3D4-56B2-6171-8AA1-FC6E0D58EB0C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9736438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Rain2FloodNet</a:t>
            </a:r>
            <a:r>
              <a:rPr lang="ko-KR" altLang="en-US" b="1" dirty="0"/>
              <a:t>의 구성</a:t>
            </a:r>
            <a:endParaRPr lang="en-US" altLang="ko-KR" b="1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Pix2pix </a:t>
            </a:r>
            <a:r>
              <a:rPr lang="ko-KR" altLang="en-US" sz="2000" dirty="0"/>
              <a:t>구조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Condition Embedder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Feature-wise Linear Modulation (</a:t>
            </a:r>
            <a:r>
              <a:rPr lang="en-US" altLang="ko-KR" sz="2000" dirty="0" err="1"/>
              <a:t>FiLM</a:t>
            </a:r>
            <a:r>
              <a:rPr lang="en-US" altLang="ko-KR" sz="20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Minibatch Discrimination(MBD)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Condition Regressor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9B35F-E2D3-D9CC-96D2-CE7E98B8D32E}"/>
              </a:ext>
            </a:extLst>
          </p:cNvPr>
          <p:cNvSpPr txBox="1"/>
          <p:nvPr/>
        </p:nvSpPr>
        <p:spPr>
          <a:xfrm>
            <a:off x="8431050" y="5674481"/>
            <a:ext cx="24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Rain2FloodNet</a:t>
            </a:r>
            <a:r>
              <a:rPr lang="ko-KR" altLang="en-US" dirty="0"/>
              <a:t>구조도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1D9AA0-1923-BE61-6E1D-508986CCB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41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AF9876-6FA0-8606-D140-5BB3BC9A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1645C72-E21D-9CEE-D023-6BA2758F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9D046B-9CB3-133F-A33A-243E280387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FAC0DF-44AE-9D21-0271-924CCB50A6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A829E88D-6A26-8DE5-E51A-6559FB9932FF}"/>
              </a:ext>
            </a:extLst>
          </p:cNvPr>
          <p:cNvSpPr txBox="1">
            <a:spLocks/>
          </p:cNvSpPr>
          <p:nvPr/>
        </p:nvSpPr>
        <p:spPr>
          <a:xfrm>
            <a:off x="482600" y="1233496"/>
            <a:ext cx="7090295" cy="5497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Pix2Pix </a:t>
            </a:r>
            <a:r>
              <a:rPr lang="ko-KR" altLang="en-US" b="1" dirty="0"/>
              <a:t>구조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Generator</a:t>
            </a:r>
            <a:endParaRPr lang="en-US" altLang="ko-KR" sz="12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Unet</a:t>
            </a:r>
            <a:r>
              <a:rPr lang="ko-KR" altLang="en-US" sz="2000" dirty="0"/>
              <a:t>구조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인코더와 </a:t>
            </a:r>
            <a:r>
              <a:rPr lang="ko-KR" altLang="en-US" sz="1600" dirty="0" err="1"/>
              <a:t>디코더로</a:t>
            </a:r>
            <a:r>
              <a:rPr lang="ko-KR" altLang="en-US" sz="1600" dirty="0"/>
              <a:t> 구성된 대칭형 구조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Encoder</a:t>
            </a:r>
            <a:endParaRPr lang="en-US" altLang="ko-KR" sz="17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/>
              <a:t>Conv → BatchNorm → </a:t>
            </a:r>
            <a:r>
              <a:rPr lang="en-US" altLang="ko-KR" sz="1600" dirty="0" err="1"/>
              <a:t>LeakyReLU</a:t>
            </a:r>
            <a:r>
              <a:rPr lang="en-US" altLang="ko-KR" sz="1600" dirty="0"/>
              <a:t> </a:t>
            </a:r>
            <a:r>
              <a:rPr lang="ko-KR" altLang="en-US" sz="1600" dirty="0"/>
              <a:t>반복</a:t>
            </a:r>
            <a:r>
              <a:rPr lang="en-US" altLang="ko-KR" sz="1600" dirty="0"/>
              <a:t>, </a:t>
            </a:r>
          </a:p>
          <a:p>
            <a:pPr marL="914400" lvl="2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이미지의 </a:t>
            </a:r>
            <a:r>
              <a:rPr lang="ko-KR" altLang="en-US" sz="1600" dirty="0" err="1"/>
              <a:t>저차원</a:t>
            </a:r>
            <a:r>
              <a:rPr lang="ko-KR" altLang="en-US" sz="1600" dirty="0"/>
              <a:t> 표현</a:t>
            </a:r>
            <a:r>
              <a:rPr lang="en-US" altLang="ko-KR" sz="1600" dirty="0"/>
              <a:t>(</a:t>
            </a:r>
            <a:r>
              <a:rPr lang="ko-KR" altLang="en-US" sz="1600" dirty="0"/>
              <a:t>특징</a:t>
            </a:r>
            <a:r>
              <a:rPr lang="en-US" altLang="ko-KR" sz="1600" dirty="0"/>
              <a:t>)</a:t>
            </a:r>
            <a:r>
              <a:rPr lang="ko-KR" altLang="en-US" sz="1600" dirty="0"/>
              <a:t>을 추출</a:t>
            </a:r>
            <a:endParaRPr lang="en-US" altLang="ko-KR" sz="17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Decoder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ConvTranspose</a:t>
            </a:r>
            <a:r>
              <a:rPr lang="en-US" altLang="ko-KR" sz="1600" dirty="0"/>
              <a:t> → BatchNorm → ReLU, </a:t>
            </a:r>
          </a:p>
          <a:p>
            <a:pPr marL="914400" lvl="2" indent="0">
              <a:buNone/>
            </a:pPr>
            <a:r>
              <a:rPr lang="ko-KR" altLang="en-US" sz="1600" dirty="0"/>
              <a:t>    인코더 정보를 기반으로 고해상도 이미지 복원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Skip Connection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동일 단계의 인코더와 </a:t>
            </a:r>
            <a:r>
              <a:rPr lang="ko-KR" altLang="en-US" sz="1600" dirty="0" err="1"/>
              <a:t>디코더를</a:t>
            </a:r>
            <a:r>
              <a:rPr lang="ko-KR" altLang="en-US" sz="1600" dirty="0"/>
              <a:t> 직접 연결하여 </a:t>
            </a:r>
            <a:endParaRPr lang="en-US" altLang="ko-KR" sz="1600" dirty="0"/>
          </a:p>
          <a:p>
            <a:pPr marL="914400" lvl="2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세부 정보 보존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출력</a:t>
            </a:r>
            <a:endParaRPr lang="en-US" altLang="ko-KR" sz="17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타겟 이미지와 동일한 해상도의 이미지 생성 </a:t>
            </a:r>
            <a:r>
              <a:rPr lang="en-US" altLang="ko-KR" sz="1600" dirty="0"/>
              <a:t> (ex. </a:t>
            </a:r>
            <a:r>
              <a:rPr lang="ko-KR" altLang="en-US" sz="1600" dirty="0"/>
              <a:t>침수흔적도</a:t>
            </a:r>
            <a:r>
              <a:rPr lang="en-US" altLang="ko-KR" sz="1600" dirty="0"/>
              <a:t>)</a:t>
            </a:r>
          </a:p>
          <a:p>
            <a:pPr marL="914400" lvl="2" indent="0">
              <a:buNone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600" dirty="0"/>
              <a:t>제안모델은 위 구조에 </a:t>
            </a:r>
            <a:r>
              <a:rPr lang="en-US" altLang="ko-KR" sz="1600" dirty="0" err="1"/>
              <a:t>FiLM</a:t>
            </a:r>
            <a:r>
              <a:rPr lang="en-US" altLang="ko-KR" sz="1600" dirty="0"/>
              <a:t> </a:t>
            </a:r>
            <a:r>
              <a:rPr lang="ko-KR" altLang="en-US" sz="1600" dirty="0"/>
              <a:t>모듈을  추가하여 조건별 침수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     </a:t>
            </a:r>
            <a:r>
              <a:rPr lang="ko-KR" altLang="en-US" sz="1600" dirty="0"/>
              <a:t>패턴을 정밀하게 생성할 수 있도록 개선함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EFE274-5327-80C4-0955-FDD804C7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ADF586F-B15A-6734-9EF3-DEC112769E35}"/>
              </a:ext>
            </a:extLst>
          </p:cNvPr>
          <p:cNvSpPr/>
          <p:nvPr/>
        </p:nvSpPr>
        <p:spPr>
          <a:xfrm>
            <a:off x="8254998" y="2734733"/>
            <a:ext cx="1684868" cy="855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212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1089DF-6C35-27D2-AF15-946BDF5C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7866E6F-16E3-029F-B709-B9BDF2DC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367142-8629-6554-6429-D00F196EC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CC5F12-61DC-C4A6-A004-B44148E141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F5AC9E6-3CB0-6432-C6CF-3367DC12EBFB}"/>
              </a:ext>
            </a:extLst>
          </p:cNvPr>
          <p:cNvGrpSpPr/>
          <p:nvPr/>
        </p:nvGrpSpPr>
        <p:grpSpPr>
          <a:xfrm>
            <a:off x="3839736" y="942818"/>
            <a:ext cx="5070756" cy="5550056"/>
            <a:chOff x="-1254640" y="656425"/>
            <a:chExt cx="11583823" cy="1065912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8027EA4-CABA-A782-1DB6-949F08D3EC4E}"/>
                </a:ext>
              </a:extLst>
            </p:cNvPr>
            <p:cNvSpPr/>
            <p:nvPr/>
          </p:nvSpPr>
          <p:spPr>
            <a:xfrm rot="16200000">
              <a:off x="-1053291" y="3160312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C836014-958C-5316-3C1C-8F209E63940A}"/>
                </a:ext>
              </a:extLst>
            </p:cNvPr>
            <p:cNvSpPr/>
            <p:nvPr/>
          </p:nvSpPr>
          <p:spPr>
            <a:xfrm rot="16200000">
              <a:off x="-706043" y="316031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4492F9B-C5CF-82D5-41E6-2250D21A5D2B}"/>
                </a:ext>
              </a:extLst>
            </p:cNvPr>
            <p:cNvSpPr/>
            <p:nvPr/>
          </p:nvSpPr>
          <p:spPr>
            <a:xfrm rot="16200000">
              <a:off x="-367786" y="3160310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600" dirty="0" err="1">
                  <a:solidFill>
                    <a:schemeClr val="tx1"/>
                  </a:solidFill>
                </a:rPr>
                <a:t>LeakyReLU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C5EB917-AEF5-2DAD-C39F-0C83FB00B7AD}"/>
                </a:ext>
              </a:extLst>
            </p:cNvPr>
            <p:cNvSpPr/>
            <p:nvPr/>
          </p:nvSpPr>
          <p:spPr>
            <a:xfrm>
              <a:off x="-1254640" y="1331846"/>
              <a:ext cx="2015070" cy="37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Input Image(256*256)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580E6BC-099C-0E9C-0955-FFEBF425A6D1}"/>
                </a:ext>
              </a:extLst>
            </p:cNvPr>
            <p:cNvSpPr/>
            <p:nvPr/>
          </p:nvSpPr>
          <p:spPr>
            <a:xfrm>
              <a:off x="-1254640" y="1852939"/>
              <a:ext cx="2015070" cy="37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Condition Embed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E6B5BDF-8674-6DC2-34AB-D0E8258258B6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-247105" y="1705436"/>
              <a:ext cx="0" cy="147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1B3774A1-235D-23F1-BFB9-8069E9D3A786}"/>
                </a:ext>
              </a:extLst>
            </p:cNvPr>
            <p:cNvCxnSpPr>
              <a:cxnSpLocks/>
              <a:stCxn id="11" idx="2"/>
              <a:endCxn id="7" idx="3"/>
            </p:cNvCxnSpPr>
            <p:nvPr/>
          </p:nvCxnSpPr>
          <p:spPr>
            <a:xfrm>
              <a:off x="-247105" y="2226529"/>
              <a:ext cx="0" cy="2408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A9FB855-0243-E9DA-D80D-38918033C162}"/>
                </a:ext>
              </a:extLst>
            </p:cNvPr>
            <p:cNvSpPr/>
            <p:nvPr/>
          </p:nvSpPr>
          <p:spPr>
            <a:xfrm rot="16200000">
              <a:off x="-367367" y="4969263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570FC1E-80EB-CEF8-8180-9D2E90731C95}"/>
                </a:ext>
              </a:extLst>
            </p:cNvPr>
            <p:cNvSpPr/>
            <p:nvPr/>
          </p:nvSpPr>
          <p:spPr>
            <a:xfrm rot="16200000">
              <a:off x="-29110" y="4970849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DDDF0BC-857B-7B5D-D52C-10C52B669D4D}"/>
                </a:ext>
              </a:extLst>
            </p:cNvPr>
            <p:cNvSpPr/>
            <p:nvPr/>
          </p:nvSpPr>
          <p:spPr>
            <a:xfrm rot="16200000">
              <a:off x="330074" y="4969263"/>
              <a:ext cx="1612373" cy="2264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40D2A5E-56A2-F355-E721-E36CFEAF902B}"/>
                </a:ext>
              </a:extLst>
            </p:cNvPr>
            <p:cNvSpPr/>
            <p:nvPr/>
          </p:nvSpPr>
          <p:spPr>
            <a:xfrm rot="16200000">
              <a:off x="668331" y="4969262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600" dirty="0" err="1">
                  <a:solidFill>
                    <a:schemeClr val="tx1"/>
                  </a:solidFill>
                </a:rPr>
                <a:t>LeakyReLU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B241B8A-E63F-D075-9CC6-C8527EA6CA92}"/>
                </a:ext>
              </a:extLst>
            </p:cNvPr>
            <p:cNvCxnSpPr>
              <a:cxnSpLocks/>
              <a:stCxn id="9" idx="1"/>
              <a:endCxn id="14" idx="3"/>
            </p:cNvCxnSpPr>
            <p:nvPr/>
          </p:nvCxnSpPr>
          <p:spPr>
            <a:xfrm>
              <a:off x="438402" y="4079739"/>
              <a:ext cx="419" cy="196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EBC442E-C2F6-E01B-22F1-B912F7E1EC22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-133862" y="3273554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680C5FE4-D08A-20F3-B1F3-15D0C0D86474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V="1">
              <a:off x="213387" y="3273553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28C1D07-D777-2BC5-F656-AA0D1E350E78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552063" y="5082505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F47F881-4656-40BD-27A0-247B810B8202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flipV="1">
              <a:off x="890320" y="5082505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4431435-49BB-FBD8-ACED-CC777601AFF6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V="1">
              <a:off x="1249503" y="5082505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E7A946A-28BF-57C6-87CA-AFF3FB7ECD07}"/>
                </a:ext>
              </a:extLst>
            </p:cNvPr>
            <p:cNvSpPr/>
            <p:nvPr/>
          </p:nvSpPr>
          <p:spPr>
            <a:xfrm rot="16200000">
              <a:off x="665807" y="6778217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69AF328-1019-7355-B241-5B72C505F849}"/>
                </a:ext>
              </a:extLst>
            </p:cNvPr>
            <p:cNvSpPr/>
            <p:nvPr/>
          </p:nvSpPr>
          <p:spPr>
            <a:xfrm rot="16200000">
              <a:off x="1004064" y="6779803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A71FC90-FC12-2D2B-6204-D118E6162241}"/>
                </a:ext>
              </a:extLst>
            </p:cNvPr>
            <p:cNvSpPr/>
            <p:nvPr/>
          </p:nvSpPr>
          <p:spPr>
            <a:xfrm rot="16200000">
              <a:off x="1363247" y="6778217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1F85722-F897-6A51-03EE-65C89DAE3A9F}"/>
                </a:ext>
              </a:extLst>
            </p:cNvPr>
            <p:cNvSpPr/>
            <p:nvPr/>
          </p:nvSpPr>
          <p:spPr>
            <a:xfrm rot="16200000">
              <a:off x="1701504" y="6778216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600" dirty="0" err="1">
                  <a:solidFill>
                    <a:schemeClr val="tx1"/>
                  </a:solidFill>
                </a:rPr>
                <a:t>LeakyReLU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F70AE9BF-60ED-C7CA-B532-2EF504E3AB0A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>
              <a:off x="1471575" y="5888693"/>
              <a:ext cx="419" cy="196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DCB8AB9C-31D7-1059-E051-3B260D56029F}"/>
                </a:ext>
              </a:extLst>
            </p:cNvPr>
            <p:cNvCxnSpPr>
              <a:cxnSpLocks/>
              <a:stCxn id="24" idx="2"/>
              <a:endCxn id="25" idx="0"/>
            </p:cNvCxnSpPr>
            <p:nvPr/>
          </p:nvCxnSpPr>
          <p:spPr>
            <a:xfrm>
              <a:off x="1585236" y="6891459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27922E7B-CC1F-A85B-9C47-074929062818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V="1">
              <a:off x="1923493" y="6891459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C9465256-09D5-8A90-95C0-752A70675804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 flipV="1">
              <a:off x="2282676" y="6891459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E9542B7-29FB-8D1C-939B-CCF38FA81E17}"/>
                </a:ext>
              </a:extLst>
            </p:cNvPr>
            <p:cNvSpPr/>
            <p:nvPr/>
          </p:nvSpPr>
          <p:spPr>
            <a:xfrm rot="16200000">
              <a:off x="1701504" y="858717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F3CC087-2965-CEDF-BEEE-8275F217FE97}"/>
                </a:ext>
              </a:extLst>
            </p:cNvPr>
            <p:cNvSpPr/>
            <p:nvPr/>
          </p:nvSpPr>
          <p:spPr>
            <a:xfrm rot="16200000">
              <a:off x="2039761" y="8588757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B118667-DD20-928F-D75B-2FD6FDE770C2}"/>
                </a:ext>
              </a:extLst>
            </p:cNvPr>
            <p:cNvSpPr/>
            <p:nvPr/>
          </p:nvSpPr>
          <p:spPr>
            <a:xfrm rot="16200000">
              <a:off x="2398944" y="858717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B1C87CD-7AEA-0941-0F4A-089C19B8B587}"/>
                </a:ext>
              </a:extLst>
            </p:cNvPr>
            <p:cNvSpPr/>
            <p:nvPr/>
          </p:nvSpPr>
          <p:spPr>
            <a:xfrm rot="16200000">
              <a:off x="2737201" y="8587170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600" dirty="0" err="1">
                  <a:solidFill>
                    <a:schemeClr val="tx1"/>
                  </a:solidFill>
                </a:rPr>
                <a:t>LeakyReLU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563364FC-B804-8986-2D6E-E6E87DC575B8}"/>
                </a:ext>
              </a:extLst>
            </p:cNvPr>
            <p:cNvCxnSpPr>
              <a:cxnSpLocks/>
              <a:endCxn id="32" idx="3"/>
            </p:cNvCxnSpPr>
            <p:nvPr/>
          </p:nvCxnSpPr>
          <p:spPr>
            <a:xfrm>
              <a:off x="2507272" y="7697647"/>
              <a:ext cx="419" cy="196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A71086E9-3560-1D36-BB71-7A6829BD2985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>
              <a:off x="2620933" y="8700413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5D0B6AA4-8EE2-9855-A069-9C977504A04C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flipV="1">
              <a:off x="2959190" y="8700413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7CCECF18-0437-E0EA-BD9D-F06BEBAFA766}"/>
                </a:ext>
              </a:extLst>
            </p:cNvPr>
            <p:cNvCxnSpPr>
              <a:cxnSpLocks/>
              <a:stCxn id="34" idx="2"/>
              <a:endCxn id="35" idx="0"/>
            </p:cNvCxnSpPr>
            <p:nvPr/>
          </p:nvCxnSpPr>
          <p:spPr>
            <a:xfrm flipV="1">
              <a:off x="3318373" y="8700413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75D2121-D4EA-7C31-13D4-A8561DB26A34}"/>
                </a:ext>
              </a:extLst>
            </p:cNvPr>
            <p:cNvSpPr/>
            <p:nvPr/>
          </p:nvSpPr>
          <p:spPr>
            <a:xfrm rot="16200000">
              <a:off x="2754369" y="10396123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93BD03E-8DB8-9F72-E25B-EA9AA61CA5E5}"/>
                </a:ext>
              </a:extLst>
            </p:cNvPr>
            <p:cNvSpPr/>
            <p:nvPr/>
          </p:nvSpPr>
          <p:spPr>
            <a:xfrm rot="16200000">
              <a:off x="3117428" y="10383808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532DAFA-45CD-69F9-6E90-50FCBF960A84}"/>
                </a:ext>
              </a:extLst>
            </p:cNvPr>
            <p:cNvSpPr/>
            <p:nvPr/>
          </p:nvSpPr>
          <p:spPr>
            <a:xfrm rot="16200000">
              <a:off x="3455685" y="10383807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600" dirty="0" err="1">
                  <a:solidFill>
                    <a:schemeClr val="tx1"/>
                  </a:solidFill>
                </a:rPr>
                <a:t>LeakyReLU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9E8BF5C0-5E7D-A6D9-FAA1-E98D17CA6C35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>
              <a:off x="3560137" y="9506599"/>
              <a:ext cx="419" cy="196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1A2F883B-A12E-672D-09A1-A74D963083B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 flipV="1">
              <a:off x="3677674" y="10497050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8D1F6A0B-07C7-CCE1-D057-9248882CFEE3}"/>
                </a:ext>
              </a:extLst>
            </p:cNvPr>
            <p:cNvCxnSpPr>
              <a:cxnSpLocks/>
              <a:stCxn id="41" idx="2"/>
              <a:endCxn id="42" idx="0"/>
            </p:cNvCxnSpPr>
            <p:nvPr/>
          </p:nvCxnSpPr>
          <p:spPr>
            <a:xfrm flipV="1">
              <a:off x="4036857" y="10497049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11E4C02-3197-BF2C-94FF-4A7D21411FF0}"/>
                </a:ext>
              </a:extLst>
            </p:cNvPr>
            <p:cNvSpPr/>
            <p:nvPr/>
          </p:nvSpPr>
          <p:spPr>
            <a:xfrm rot="16200000">
              <a:off x="3444965" y="859790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DeConv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C49166A-EED7-D71D-52D0-E1B63912EEDB}"/>
                </a:ext>
              </a:extLst>
            </p:cNvPr>
            <p:cNvSpPr/>
            <p:nvPr/>
          </p:nvSpPr>
          <p:spPr>
            <a:xfrm rot="16200000">
              <a:off x="3783222" y="8599487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70DB1DF-6078-87A6-B0F9-6B90E82497A2}"/>
                </a:ext>
              </a:extLst>
            </p:cNvPr>
            <p:cNvSpPr/>
            <p:nvPr/>
          </p:nvSpPr>
          <p:spPr>
            <a:xfrm rot="16200000">
              <a:off x="4142405" y="859790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B9847EA-9F07-CE3F-D789-E8E5A23F26A0}"/>
                </a:ext>
              </a:extLst>
            </p:cNvPr>
            <p:cNvSpPr/>
            <p:nvPr/>
          </p:nvSpPr>
          <p:spPr>
            <a:xfrm rot="16200000">
              <a:off x="4480662" y="8597900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 err="1">
                  <a:solidFill>
                    <a:schemeClr val="tx1"/>
                  </a:solidFill>
                </a:rPr>
                <a:t>ReLu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4EC20EB1-A199-A012-1F8A-A83F956E7947}"/>
                </a:ext>
              </a:extLst>
            </p:cNvPr>
            <p:cNvCxnSpPr>
              <a:cxnSpLocks/>
              <a:stCxn id="46" idx="2"/>
              <a:endCxn id="47" idx="0"/>
            </p:cNvCxnSpPr>
            <p:nvPr/>
          </p:nvCxnSpPr>
          <p:spPr>
            <a:xfrm>
              <a:off x="4364394" y="8711143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C2690FF-F53F-45AF-F165-39889E4F33BA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 flipV="1">
              <a:off x="4702651" y="8711143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C68C234C-10CD-1F85-9CCD-CF213E759716}"/>
                </a:ext>
              </a:extLst>
            </p:cNvPr>
            <p:cNvCxnSpPr>
              <a:cxnSpLocks/>
              <a:stCxn id="48" idx="2"/>
              <a:endCxn id="49" idx="0"/>
            </p:cNvCxnSpPr>
            <p:nvPr/>
          </p:nvCxnSpPr>
          <p:spPr>
            <a:xfrm flipV="1">
              <a:off x="5061834" y="8711142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A7F2378C-CABE-DF0B-338B-039491849F4F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 flipH="1" flipV="1">
              <a:off x="4251152" y="9517330"/>
              <a:ext cx="10720" cy="1735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8413D46-11C1-75FA-C9C7-7CD77BC9F4BD}"/>
                </a:ext>
              </a:extLst>
            </p:cNvPr>
            <p:cNvSpPr/>
            <p:nvPr/>
          </p:nvSpPr>
          <p:spPr>
            <a:xfrm rot="16200000">
              <a:off x="4473016" y="6801262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DeConv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DEF0430-A7EB-23AA-E424-8C22A4E7CE7B}"/>
                </a:ext>
              </a:extLst>
            </p:cNvPr>
            <p:cNvSpPr/>
            <p:nvPr/>
          </p:nvSpPr>
          <p:spPr>
            <a:xfrm rot="16200000">
              <a:off x="4811273" y="6802848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BAE235F-EEEB-C8E0-863F-1FEE1B3FA97D}"/>
                </a:ext>
              </a:extLst>
            </p:cNvPr>
            <p:cNvSpPr/>
            <p:nvPr/>
          </p:nvSpPr>
          <p:spPr>
            <a:xfrm rot="16200000">
              <a:off x="5170456" y="6801262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72F7D61-A546-D61B-DFBB-92B43ED98472}"/>
                </a:ext>
              </a:extLst>
            </p:cNvPr>
            <p:cNvSpPr/>
            <p:nvPr/>
          </p:nvSpPr>
          <p:spPr>
            <a:xfrm rot="16200000">
              <a:off x="5508713" y="680126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 err="1">
                  <a:solidFill>
                    <a:schemeClr val="tx1"/>
                  </a:solidFill>
                </a:rPr>
                <a:t>ReLu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57D91DA1-3E3F-66F0-0776-8F0DA0EFFA2B}"/>
                </a:ext>
              </a:extLst>
            </p:cNvPr>
            <p:cNvCxnSpPr>
              <a:cxnSpLocks/>
              <a:stCxn id="54" idx="2"/>
              <a:endCxn id="55" idx="0"/>
            </p:cNvCxnSpPr>
            <p:nvPr/>
          </p:nvCxnSpPr>
          <p:spPr>
            <a:xfrm>
              <a:off x="5392445" y="6914504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CA89BDD9-8172-6B2B-41C1-EB9B29A7AD7F}"/>
                </a:ext>
              </a:extLst>
            </p:cNvPr>
            <p:cNvCxnSpPr>
              <a:cxnSpLocks/>
              <a:stCxn id="55" idx="2"/>
              <a:endCxn id="56" idx="0"/>
            </p:cNvCxnSpPr>
            <p:nvPr/>
          </p:nvCxnSpPr>
          <p:spPr>
            <a:xfrm flipV="1">
              <a:off x="5730702" y="6914504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F518E09-27E0-38A2-D259-66FB02F3542C}"/>
                </a:ext>
              </a:extLst>
            </p:cNvPr>
            <p:cNvCxnSpPr>
              <a:cxnSpLocks/>
              <a:stCxn id="56" idx="2"/>
              <a:endCxn id="57" idx="0"/>
            </p:cNvCxnSpPr>
            <p:nvPr/>
          </p:nvCxnSpPr>
          <p:spPr>
            <a:xfrm flipV="1">
              <a:off x="6089885" y="6914503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72F38E79-B7E0-F013-DF73-E532B265035C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 flipH="1" flipV="1">
              <a:off x="5279203" y="7720691"/>
              <a:ext cx="418" cy="1981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D7B8E2B-7DC7-E83E-B717-AB2A3CB59D98}"/>
                </a:ext>
              </a:extLst>
            </p:cNvPr>
            <p:cNvSpPr/>
            <p:nvPr/>
          </p:nvSpPr>
          <p:spPr>
            <a:xfrm rot="16200000">
              <a:off x="5508713" y="4990723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DeConv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8D8C282-EF85-3316-CFA8-1BB0DF81FD3B}"/>
                </a:ext>
              </a:extLst>
            </p:cNvPr>
            <p:cNvSpPr/>
            <p:nvPr/>
          </p:nvSpPr>
          <p:spPr>
            <a:xfrm rot="16200000">
              <a:off x="5846970" y="4992309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AE4EBDB-FCCC-8418-80B4-93B8B8DCF407}"/>
                </a:ext>
              </a:extLst>
            </p:cNvPr>
            <p:cNvSpPr/>
            <p:nvPr/>
          </p:nvSpPr>
          <p:spPr>
            <a:xfrm rot="16200000">
              <a:off x="6206153" y="4990723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5C43D99-251F-8A53-0604-C1C0A43C092A}"/>
                </a:ext>
              </a:extLst>
            </p:cNvPr>
            <p:cNvSpPr/>
            <p:nvPr/>
          </p:nvSpPr>
          <p:spPr>
            <a:xfrm rot="16200000">
              <a:off x="6544410" y="4990722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 err="1">
                  <a:solidFill>
                    <a:schemeClr val="tx1"/>
                  </a:solidFill>
                </a:rPr>
                <a:t>ReLu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85366C88-BC8D-3D46-A9F4-AD5776C5B331}"/>
                </a:ext>
              </a:extLst>
            </p:cNvPr>
            <p:cNvCxnSpPr>
              <a:cxnSpLocks/>
              <a:stCxn id="62" idx="2"/>
              <a:endCxn id="63" idx="0"/>
            </p:cNvCxnSpPr>
            <p:nvPr/>
          </p:nvCxnSpPr>
          <p:spPr>
            <a:xfrm>
              <a:off x="6428142" y="5103965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B299784C-0B31-41DA-FA38-A76AE5CCC63D}"/>
                </a:ext>
              </a:extLst>
            </p:cNvPr>
            <p:cNvCxnSpPr>
              <a:cxnSpLocks/>
              <a:stCxn id="63" idx="2"/>
              <a:endCxn id="64" idx="0"/>
            </p:cNvCxnSpPr>
            <p:nvPr/>
          </p:nvCxnSpPr>
          <p:spPr>
            <a:xfrm flipV="1">
              <a:off x="6766399" y="5103965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305F332F-EBB8-0233-D2D0-BA7570CC5E46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 flipV="1">
              <a:off x="7125582" y="5103964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93E68A3C-13A6-D8C5-C62F-68E939120F61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 flipH="1" flipV="1">
              <a:off x="6314900" y="5910152"/>
              <a:ext cx="418" cy="1981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623FE31-0965-EA11-C849-74309E634F18}"/>
                </a:ext>
              </a:extLst>
            </p:cNvPr>
            <p:cNvSpPr/>
            <p:nvPr/>
          </p:nvSpPr>
          <p:spPr>
            <a:xfrm rot="16200000">
              <a:off x="6537484" y="3171039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DeConv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12C898A-8596-66A0-A83D-369BE934E4C7}"/>
                </a:ext>
              </a:extLst>
            </p:cNvPr>
            <p:cNvSpPr/>
            <p:nvPr/>
          </p:nvSpPr>
          <p:spPr>
            <a:xfrm rot="16200000">
              <a:off x="6875741" y="3172625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A6536295-9B52-EDDD-4240-3EEEA75D22DE}"/>
                </a:ext>
              </a:extLst>
            </p:cNvPr>
            <p:cNvSpPr/>
            <p:nvPr/>
          </p:nvSpPr>
          <p:spPr>
            <a:xfrm rot="16200000">
              <a:off x="7234924" y="3171039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FiLM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6170033-F532-EE02-2527-73BD860CFE04}"/>
                </a:ext>
              </a:extLst>
            </p:cNvPr>
            <p:cNvSpPr/>
            <p:nvPr/>
          </p:nvSpPr>
          <p:spPr>
            <a:xfrm rot="16200000">
              <a:off x="7573181" y="3171038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900" dirty="0" err="1">
                  <a:solidFill>
                    <a:schemeClr val="tx1"/>
                  </a:solidFill>
                </a:rPr>
                <a:t>ReLu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F1FCE782-D798-07BF-2ADF-7F942BE06489}"/>
                </a:ext>
              </a:extLst>
            </p:cNvPr>
            <p:cNvCxnSpPr>
              <a:cxnSpLocks/>
              <a:stCxn id="70" idx="2"/>
              <a:endCxn id="71" idx="0"/>
            </p:cNvCxnSpPr>
            <p:nvPr/>
          </p:nvCxnSpPr>
          <p:spPr>
            <a:xfrm>
              <a:off x="7456913" y="3284281"/>
              <a:ext cx="111773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FCC25829-0D85-8719-CDF4-D9DE78C7F29F}"/>
                </a:ext>
              </a:extLst>
            </p:cNvPr>
            <p:cNvCxnSpPr>
              <a:cxnSpLocks/>
              <a:stCxn id="71" idx="2"/>
              <a:endCxn id="72" idx="0"/>
            </p:cNvCxnSpPr>
            <p:nvPr/>
          </p:nvCxnSpPr>
          <p:spPr>
            <a:xfrm flipV="1">
              <a:off x="7795170" y="3284281"/>
              <a:ext cx="132699" cy="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CCA46E1D-7D78-0CF0-8041-B0EDABD8496E}"/>
                </a:ext>
              </a:extLst>
            </p:cNvPr>
            <p:cNvCxnSpPr>
              <a:cxnSpLocks/>
              <a:stCxn id="72" idx="2"/>
              <a:endCxn id="73" idx="0"/>
            </p:cNvCxnSpPr>
            <p:nvPr/>
          </p:nvCxnSpPr>
          <p:spPr>
            <a:xfrm flipV="1">
              <a:off x="8154353" y="3284280"/>
              <a:ext cx="1117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CEA49D24-F825-B403-6629-3C5221937009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flipH="1" flipV="1">
              <a:off x="7343671" y="4090468"/>
              <a:ext cx="418" cy="1981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12D1CC46-226B-69DB-B5D1-A54237A7A702}"/>
                </a:ext>
              </a:extLst>
            </p:cNvPr>
            <p:cNvCxnSpPr>
              <a:cxnSpLocks/>
              <a:stCxn id="35" idx="2"/>
              <a:endCxn id="46" idx="0"/>
            </p:cNvCxnSpPr>
            <p:nvPr/>
          </p:nvCxnSpPr>
          <p:spPr>
            <a:xfrm>
              <a:off x="3656630" y="8700412"/>
              <a:ext cx="481280" cy="107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BCEDA582-A630-5133-70F4-8C035EAB5226}"/>
                </a:ext>
              </a:extLst>
            </p:cNvPr>
            <p:cNvCxnSpPr>
              <a:cxnSpLocks/>
              <a:stCxn id="27" idx="2"/>
              <a:endCxn id="54" idx="0"/>
            </p:cNvCxnSpPr>
            <p:nvPr/>
          </p:nvCxnSpPr>
          <p:spPr>
            <a:xfrm>
              <a:off x="2620933" y="6891458"/>
              <a:ext cx="2545028" cy="230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E4DEFB7F-2666-0DE6-7964-42ABA161D6FA}"/>
                </a:ext>
              </a:extLst>
            </p:cNvPr>
            <p:cNvCxnSpPr>
              <a:cxnSpLocks/>
              <a:stCxn id="17" idx="2"/>
              <a:endCxn id="62" idx="0"/>
            </p:cNvCxnSpPr>
            <p:nvPr/>
          </p:nvCxnSpPr>
          <p:spPr>
            <a:xfrm>
              <a:off x="1587760" y="5082504"/>
              <a:ext cx="4613898" cy="214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0AA976E8-BFF0-6F00-5931-7173CE5E6318}"/>
                </a:ext>
              </a:extLst>
            </p:cNvPr>
            <p:cNvCxnSpPr>
              <a:cxnSpLocks/>
              <a:stCxn id="9" idx="2"/>
              <a:endCxn id="70" idx="0"/>
            </p:cNvCxnSpPr>
            <p:nvPr/>
          </p:nvCxnSpPr>
          <p:spPr>
            <a:xfrm>
              <a:off x="551643" y="3273552"/>
              <a:ext cx="6678786" cy="107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0C7E6023-0AF2-6F9C-20EB-BDB2FE2913A3}"/>
                </a:ext>
              </a:extLst>
            </p:cNvPr>
            <p:cNvSpPr/>
            <p:nvPr/>
          </p:nvSpPr>
          <p:spPr>
            <a:xfrm rot="16200000">
              <a:off x="7573182" y="1349370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DeConv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C346CF7-FEC1-144C-AD64-FCE20C433D12}"/>
                </a:ext>
              </a:extLst>
            </p:cNvPr>
            <p:cNvSpPr/>
            <p:nvPr/>
          </p:nvSpPr>
          <p:spPr>
            <a:xfrm rot="16200000">
              <a:off x="7920375" y="1349371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Conv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B0E43478-7163-066F-5CD9-2772F5C8C113}"/>
                </a:ext>
              </a:extLst>
            </p:cNvPr>
            <p:cNvSpPr/>
            <p:nvPr/>
          </p:nvSpPr>
          <p:spPr>
            <a:xfrm rot="16200000">
              <a:off x="8296060" y="1349370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Tanh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0AF2B418-7173-0070-51A7-B6CD84372353}"/>
                </a:ext>
              </a:extLst>
            </p:cNvPr>
            <p:cNvCxnSpPr>
              <a:cxnSpLocks/>
              <a:stCxn id="73" idx="3"/>
              <a:endCxn id="82" idx="1"/>
            </p:cNvCxnSpPr>
            <p:nvPr/>
          </p:nvCxnSpPr>
          <p:spPr>
            <a:xfrm flipV="1">
              <a:off x="8379368" y="2268799"/>
              <a:ext cx="1" cy="20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0DE2B00A-180B-A446-3E35-BC336AF92F0A}"/>
                </a:ext>
              </a:extLst>
            </p:cNvPr>
            <p:cNvCxnSpPr>
              <a:cxnSpLocks/>
              <a:stCxn id="82" idx="2"/>
              <a:endCxn id="83" idx="0"/>
            </p:cNvCxnSpPr>
            <p:nvPr/>
          </p:nvCxnSpPr>
          <p:spPr>
            <a:xfrm>
              <a:off x="8492611" y="1462612"/>
              <a:ext cx="1207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D8C3B43D-2C8B-AF3A-BB0D-C19C84A5129B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 flipV="1">
              <a:off x="8839804" y="1462612"/>
              <a:ext cx="14920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AF190833-DAD3-B442-1B34-9C480E389112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>
              <a:off x="9215489" y="1462612"/>
              <a:ext cx="1686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85184354-BE0D-0D89-F281-75739E937406}"/>
                </a:ext>
              </a:extLst>
            </p:cNvPr>
            <p:cNvSpPr/>
            <p:nvPr/>
          </p:nvSpPr>
          <p:spPr>
            <a:xfrm rot="16200000">
              <a:off x="8671744" y="1349370"/>
              <a:ext cx="1612373" cy="2264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Fake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629F3A3-8FEC-07E7-DADE-1CE325110E52}"/>
                </a:ext>
              </a:extLst>
            </p:cNvPr>
            <p:cNvSpPr txBox="1"/>
            <p:nvPr/>
          </p:nvSpPr>
          <p:spPr>
            <a:xfrm>
              <a:off x="909151" y="1594520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3*256*256</a:t>
              </a:r>
              <a:endParaRPr lang="ko-KR" altLang="en-US" sz="9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20C55BE-393B-1192-26C1-4966CB5DA859}"/>
                </a:ext>
              </a:extLst>
            </p:cNvPr>
            <p:cNvSpPr txBox="1"/>
            <p:nvPr/>
          </p:nvSpPr>
          <p:spPr>
            <a:xfrm>
              <a:off x="909151" y="2733833"/>
              <a:ext cx="174016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64*128*128</a:t>
              </a:r>
              <a:endParaRPr lang="ko-KR" altLang="en-US" sz="9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09660F4-E204-853B-7CDF-D35F2B382C27}"/>
                </a:ext>
              </a:extLst>
            </p:cNvPr>
            <p:cNvSpPr txBox="1"/>
            <p:nvPr/>
          </p:nvSpPr>
          <p:spPr>
            <a:xfrm>
              <a:off x="1666031" y="4455030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128*64*64</a:t>
              </a:r>
              <a:endParaRPr lang="ko-KR" altLang="en-US" sz="9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DEF005D-6570-2A59-9B58-4E07BEB53D53}"/>
                </a:ext>
              </a:extLst>
            </p:cNvPr>
            <p:cNvSpPr txBox="1"/>
            <p:nvPr/>
          </p:nvSpPr>
          <p:spPr>
            <a:xfrm>
              <a:off x="2643629" y="6423837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256*32*32</a:t>
              </a:r>
              <a:endParaRPr lang="ko-KR" altLang="en-US" sz="9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EB31864-9231-AD9A-6412-4F84941CA637}"/>
                </a:ext>
              </a:extLst>
            </p:cNvPr>
            <p:cNvSpPr txBox="1"/>
            <p:nvPr/>
          </p:nvSpPr>
          <p:spPr>
            <a:xfrm>
              <a:off x="1138785" y="8494286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512*16*16</a:t>
              </a:r>
              <a:endParaRPr lang="ko-KR" altLang="en-US" sz="9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814BADA-B6CF-49C4-5556-92AF44D7F27C}"/>
                </a:ext>
              </a:extLst>
            </p:cNvPr>
            <p:cNvSpPr txBox="1"/>
            <p:nvPr/>
          </p:nvSpPr>
          <p:spPr>
            <a:xfrm>
              <a:off x="2110964" y="10301656"/>
              <a:ext cx="1344672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512*8*8</a:t>
              </a:r>
              <a:endParaRPr lang="ko-KR" altLang="en-US" sz="900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3FE6E1C-A956-01F1-8C01-309F74FC5C18}"/>
                </a:ext>
              </a:extLst>
            </p:cNvPr>
            <p:cNvSpPr txBox="1"/>
            <p:nvPr/>
          </p:nvSpPr>
          <p:spPr>
            <a:xfrm>
              <a:off x="5648797" y="8515746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512*16*16</a:t>
              </a:r>
              <a:endParaRPr lang="ko-KR" altLang="en-US" sz="9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D1BE49-1A2D-05A4-AB50-5D195D2FF85D}"/>
                </a:ext>
              </a:extLst>
            </p:cNvPr>
            <p:cNvSpPr txBox="1"/>
            <p:nvPr/>
          </p:nvSpPr>
          <p:spPr>
            <a:xfrm>
              <a:off x="6607214" y="6783893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256*32*32</a:t>
              </a:r>
              <a:endParaRPr lang="ko-KR" altLang="en-US" sz="9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922E669-6192-C9BA-3567-6E24C455B6F4}"/>
                </a:ext>
              </a:extLst>
            </p:cNvPr>
            <p:cNvSpPr txBox="1"/>
            <p:nvPr/>
          </p:nvSpPr>
          <p:spPr>
            <a:xfrm>
              <a:off x="7568685" y="4895067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128*64*64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F56EA35-CD36-DAB1-3DEF-B34E60C89A24}"/>
                </a:ext>
              </a:extLst>
            </p:cNvPr>
            <p:cNvSpPr txBox="1"/>
            <p:nvPr/>
          </p:nvSpPr>
          <p:spPr>
            <a:xfrm>
              <a:off x="8589020" y="3099614"/>
              <a:ext cx="174016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64*128*128</a:t>
              </a:r>
              <a:endParaRPr lang="ko-KR" altLang="en-US" sz="9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CBD2802-4FD2-EDE8-2574-1A6593026CB3}"/>
                </a:ext>
              </a:extLst>
            </p:cNvPr>
            <p:cNvSpPr txBox="1"/>
            <p:nvPr/>
          </p:nvSpPr>
          <p:spPr>
            <a:xfrm>
              <a:off x="6765057" y="1313305"/>
              <a:ext cx="1608333" cy="44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3*256*256</a:t>
              </a:r>
              <a:endParaRPr lang="ko-KR" altLang="en-US" sz="900" dirty="0"/>
            </a:p>
          </p:txBody>
        </p:sp>
      </p:grpSp>
      <p:sp>
        <p:nvSpPr>
          <p:cNvPr id="101" name="텍스트 개체 틀 6">
            <a:extLst>
              <a:ext uri="{FF2B5EF4-FFF2-40B4-BE49-F238E27FC236}">
                <a16:creationId xmlns:a16="http://schemas.microsoft.com/office/drawing/2014/main" id="{FE7F2755-8934-BF00-BCCC-55C5CF81F1D6}"/>
              </a:ext>
            </a:extLst>
          </p:cNvPr>
          <p:cNvSpPr txBox="1">
            <a:spLocks/>
          </p:cNvSpPr>
          <p:nvPr/>
        </p:nvSpPr>
        <p:spPr>
          <a:xfrm>
            <a:off x="482600" y="1233496"/>
            <a:ext cx="7090295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err="1"/>
              <a:t>Genarator</a:t>
            </a:r>
            <a:r>
              <a:rPr lang="en-US" altLang="ko-KR" b="1" dirty="0"/>
              <a:t> </a:t>
            </a:r>
            <a:r>
              <a:rPr lang="ko-KR" altLang="en-US" b="1" dirty="0"/>
              <a:t>구조</a:t>
            </a:r>
            <a:endParaRPr lang="en-US" altLang="ko-KR" sz="1200" b="1" dirty="0"/>
          </a:p>
          <a:p>
            <a:pPr lvl="2">
              <a:buFont typeface="Wingdings" panose="05000000000000000000" pitchFamily="2" charset="2"/>
              <a:buChar char="§"/>
            </a:pPr>
            <a:endParaRPr lang="en-US" altLang="ko-KR" dirty="0"/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4C3D99A9-96E6-E538-9971-D7D55D44C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59" y="2893890"/>
            <a:ext cx="3321750" cy="2539780"/>
          </a:xfrm>
          <a:prstGeom prst="rect">
            <a:avLst/>
          </a:prstGeom>
        </p:spPr>
      </p:pic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C426B3F-168D-1313-57B6-47FE6A768797}"/>
              </a:ext>
            </a:extLst>
          </p:cNvPr>
          <p:cNvSpPr/>
          <p:nvPr/>
        </p:nvSpPr>
        <p:spPr>
          <a:xfrm>
            <a:off x="1210732" y="3494913"/>
            <a:ext cx="1210735" cy="618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5346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2ACE-8165-269D-B578-59103C45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F884133-D5A1-2A43-DC92-EF6E7557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BAC9F8-43DA-A59B-0550-7363D739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51E176-FC95-4754-9D7A-26547B48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C72235-DCEE-CC5A-615E-903660DCE7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691948-E8B6-2F42-3172-AA14C2C43D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AB8E0A57-7B28-A6D8-7556-439DC9006584}"/>
              </a:ext>
            </a:extLst>
          </p:cNvPr>
          <p:cNvSpPr txBox="1">
            <a:spLocks/>
          </p:cNvSpPr>
          <p:nvPr/>
        </p:nvSpPr>
        <p:spPr>
          <a:xfrm>
            <a:off x="482600" y="1233496"/>
            <a:ext cx="7090295" cy="5370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Pix2Pix </a:t>
            </a:r>
            <a:r>
              <a:rPr lang="ko-KR" altLang="en-US" b="1" dirty="0"/>
              <a:t>구조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Discriminator</a:t>
            </a:r>
            <a:endParaRPr lang="en-US" altLang="ko-KR" sz="12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PatchGAN</a:t>
            </a:r>
            <a:r>
              <a:rPr lang="ko-KR" altLang="en-US" sz="2000" dirty="0"/>
              <a:t>구조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전체 이미지가 아닌</a:t>
            </a:r>
            <a:r>
              <a:rPr lang="en-US" altLang="ko-KR" sz="1600" dirty="0"/>
              <a:t>, </a:t>
            </a:r>
            <a:r>
              <a:rPr lang="ko-KR" altLang="en-US" sz="1600" dirty="0"/>
              <a:t>작은 이미지 패치 단위</a:t>
            </a:r>
            <a:r>
              <a:rPr lang="en-US" altLang="ko-KR" sz="1600" dirty="0"/>
              <a:t>(n*n)</a:t>
            </a:r>
            <a:r>
              <a:rPr lang="ko-KR" altLang="en-US" sz="1600" dirty="0"/>
              <a:t>의</a:t>
            </a:r>
            <a:r>
              <a:rPr lang="en-US" altLang="ko-KR" sz="1600" dirty="0"/>
              <a:t> </a:t>
            </a:r>
          </a:p>
          <a:p>
            <a:pPr marL="914400" lvl="2" indent="0">
              <a:buNone/>
            </a:pPr>
            <a:r>
              <a:rPr lang="en-US" altLang="ko-KR" sz="1600" dirty="0"/>
              <a:t>     </a:t>
            </a:r>
            <a:r>
              <a:rPr lang="ko-KR" altLang="en-US" sz="1600" dirty="0"/>
              <a:t>진위 여부를 판별</a:t>
            </a:r>
            <a:endParaRPr lang="en-US" altLang="ko-KR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E7DDD4-F922-A7BD-514C-30C0919CCDB2}"/>
              </a:ext>
            </a:extLst>
          </p:cNvPr>
          <p:cNvSpPr/>
          <p:nvPr/>
        </p:nvSpPr>
        <p:spPr>
          <a:xfrm>
            <a:off x="8859991" y="4250266"/>
            <a:ext cx="1684868" cy="855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A013F1-1F0E-DBCA-FB8F-1DAF9E73E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555" y="2864697"/>
            <a:ext cx="4089254" cy="316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80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1CD5-333B-1E2E-6088-A427AE8D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23E2A5B-2D62-818A-2666-A6AA1832E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A45DE4-7DB0-E9B1-DC3A-0C238B48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DC4214-38FA-CAEC-8AF2-DE94D12A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EF942A-6FC7-F578-7801-05DAB7F87E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229A26-BB4B-7A0D-15DD-28BAC9F83E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507BFB8A-FEEA-BD0F-E9EE-63ED86FC42DE}"/>
              </a:ext>
            </a:extLst>
          </p:cNvPr>
          <p:cNvSpPr txBox="1">
            <a:spLocks/>
          </p:cNvSpPr>
          <p:nvPr/>
        </p:nvSpPr>
        <p:spPr>
          <a:xfrm>
            <a:off x="482600" y="1233496"/>
            <a:ext cx="7090295" cy="5370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Pix2Pix </a:t>
            </a:r>
            <a:r>
              <a:rPr lang="ko-KR" altLang="en-US" b="1" dirty="0"/>
              <a:t>구조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Discriminator</a:t>
            </a:r>
            <a:endParaRPr lang="en-US" altLang="ko-KR" sz="12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PatchGAN</a:t>
            </a:r>
            <a:r>
              <a:rPr lang="ko-KR" altLang="en-US" sz="2000" dirty="0"/>
              <a:t>구조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전체 이미지가 아닌</a:t>
            </a:r>
            <a:r>
              <a:rPr lang="en-US" altLang="ko-KR" sz="1600" dirty="0"/>
              <a:t>, </a:t>
            </a:r>
            <a:r>
              <a:rPr lang="ko-KR" altLang="en-US" sz="1600" dirty="0"/>
              <a:t>작은 이미지 패치 단위</a:t>
            </a:r>
            <a:r>
              <a:rPr lang="en-US" altLang="ko-KR" sz="1600" dirty="0"/>
              <a:t>(n*n)</a:t>
            </a:r>
            <a:r>
              <a:rPr lang="ko-KR" altLang="en-US" sz="1600" dirty="0"/>
              <a:t>의 </a:t>
            </a:r>
            <a:endParaRPr lang="en-US" altLang="ko-KR" sz="1600" dirty="0"/>
          </a:p>
          <a:p>
            <a:pPr marL="914400" lvl="2" indent="0">
              <a:buNone/>
            </a:pPr>
            <a:r>
              <a:rPr lang="en-US" altLang="ko-KR" sz="1600" dirty="0"/>
              <a:t>     </a:t>
            </a:r>
            <a:r>
              <a:rPr lang="ko-KR" altLang="en-US" sz="1600" dirty="0"/>
              <a:t>진위 여부를 판별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입력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생성된 이미지</a:t>
            </a:r>
            <a:r>
              <a:rPr lang="en-US" altLang="ko-KR" sz="1600" dirty="0"/>
              <a:t>or</a:t>
            </a:r>
            <a:r>
              <a:rPr lang="ko-KR" altLang="en-US" sz="1600" dirty="0"/>
              <a:t>정답 이미지</a:t>
            </a:r>
            <a:r>
              <a:rPr lang="en-US" altLang="ko-KR" sz="1600" dirty="0"/>
              <a:t> + </a:t>
            </a:r>
            <a:r>
              <a:rPr lang="ko-KR" altLang="en-US" sz="1600" dirty="0"/>
              <a:t>입력 이미지 </a:t>
            </a:r>
            <a:r>
              <a:rPr lang="en-US" altLang="ko-KR" sz="1600" dirty="0"/>
              <a:t>(</a:t>
            </a:r>
            <a:r>
              <a:rPr lang="ko-KR" altLang="en-US" sz="1600" dirty="0"/>
              <a:t>조건</a:t>
            </a:r>
            <a:r>
              <a:rPr lang="en-US" altLang="ko-KR" sz="16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구조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/>
              <a:t>Conv → BatchNorm → </a:t>
            </a:r>
            <a:r>
              <a:rPr lang="en-US" altLang="ko-KR" sz="1600" dirty="0" err="1"/>
              <a:t>LeakyReLU</a:t>
            </a:r>
            <a:r>
              <a:rPr lang="en-US" altLang="ko-KR" sz="1600" dirty="0"/>
              <a:t> </a:t>
            </a:r>
            <a:r>
              <a:rPr lang="ko-KR" altLang="en-US" sz="1600" dirty="0"/>
              <a:t>반복</a:t>
            </a:r>
            <a:r>
              <a:rPr lang="en-US" altLang="ko-KR" sz="1600" dirty="0"/>
              <a:t>, </a:t>
            </a:r>
            <a:r>
              <a:rPr lang="ko-KR" altLang="en-US" sz="1600" dirty="0"/>
              <a:t>마지막에 </a:t>
            </a:r>
            <a:r>
              <a:rPr lang="en-US" altLang="ko-KR" sz="1600" dirty="0"/>
              <a:t>linear </a:t>
            </a:r>
            <a:r>
              <a:rPr lang="ko-KR" altLang="en-US" sz="1600" dirty="0"/>
              <a:t>출력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출력결과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각 패치 영역이 실제일 확률 값을 나타내는</a:t>
            </a:r>
            <a:r>
              <a:rPr lang="en-US" altLang="ko-KR" sz="1600" dirty="0"/>
              <a:t> feature</a:t>
            </a:r>
            <a:r>
              <a:rPr lang="ko-KR" altLang="en-US" sz="1600" dirty="0"/>
              <a:t> </a:t>
            </a:r>
            <a:r>
              <a:rPr lang="en-US" altLang="ko-KR" sz="1600" dirty="0"/>
              <a:t>map</a:t>
            </a:r>
            <a:r>
              <a:rPr lang="ko-KR" altLang="en-US" sz="1600" dirty="0"/>
              <a:t>을 출력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장점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sz="1600" dirty="0"/>
              <a:t>전체 이미지를 한 번에 판단하는 방식보다</a:t>
            </a:r>
            <a:r>
              <a:rPr lang="en-US" altLang="ko-KR" sz="1600" dirty="0"/>
              <a:t>, </a:t>
            </a:r>
            <a:r>
              <a:rPr lang="ko-KR" altLang="en-US" sz="1600" dirty="0"/>
              <a:t>국소적</a:t>
            </a:r>
            <a:endParaRPr lang="en-US" altLang="ko-KR" sz="1600" dirty="0"/>
          </a:p>
          <a:p>
            <a:pPr marL="914400" lvl="2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디테일의 유지에 효과적</a:t>
            </a:r>
            <a:endParaRPr lang="en-US" altLang="ko-KR" sz="1600" dirty="0"/>
          </a:p>
          <a:p>
            <a:pPr marL="914400" lvl="2" indent="0">
              <a:buNone/>
            </a:pPr>
            <a:endParaRPr lang="en-US" altLang="ko-KR" sz="1600" dirty="0"/>
          </a:p>
          <a:p>
            <a:pPr marL="914400" lvl="2" indent="0">
              <a:buNone/>
            </a:pPr>
            <a:endParaRPr lang="en-US" altLang="ko-KR" sz="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600" dirty="0"/>
              <a:t>제안모델은 위 구조에 </a:t>
            </a:r>
            <a:r>
              <a:rPr lang="en-US" altLang="ko-KR" sz="1600" dirty="0"/>
              <a:t>Minibatch</a:t>
            </a:r>
            <a:r>
              <a:rPr lang="ko-KR" altLang="en-US" sz="1600" dirty="0"/>
              <a:t>판별자를 추가하여 생성 이미지의 다양성을 유도</a:t>
            </a:r>
            <a:r>
              <a:rPr lang="en-US" altLang="ko-KR" sz="1600" dirty="0"/>
              <a:t> </a:t>
            </a:r>
            <a:r>
              <a:rPr lang="ko-KR" altLang="en-US" sz="1600" dirty="0"/>
              <a:t>및 </a:t>
            </a:r>
            <a:r>
              <a:rPr lang="en-US" altLang="ko-KR" sz="1600" dirty="0"/>
              <a:t>mode collapse</a:t>
            </a:r>
            <a:r>
              <a:rPr lang="ko-KR" altLang="en-US" sz="1600" dirty="0"/>
              <a:t>현상을 완화</a:t>
            </a:r>
            <a:endParaRPr lang="en-US" altLang="ko-KR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48839B-5504-EB7C-B183-EDE6BB3EE34F}"/>
              </a:ext>
            </a:extLst>
          </p:cNvPr>
          <p:cNvSpPr/>
          <p:nvPr/>
        </p:nvSpPr>
        <p:spPr>
          <a:xfrm>
            <a:off x="8859991" y="4250266"/>
            <a:ext cx="1684868" cy="855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939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AB29CF-1F21-84A0-777B-58A2CCF6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2F995A-3739-0273-38E8-DE80057B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E9AE4-8674-E536-4B6F-F2A87AD2F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EF862F-8EAA-7E1F-EA15-B0F84E7678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10" name="텍스트 개체 틀 6">
            <a:extLst>
              <a:ext uri="{FF2B5EF4-FFF2-40B4-BE49-F238E27FC236}">
                <a16:creationId xmlns:a16="http://schemas.microsoft.com/office/drawing/2014/main" id="{ACB0F027-E28F-5172-0A53-25FF9F0F4B63}"/>
              </a:ext>
            </a:extLst>
          </p:cNvPr>
          <p:cNvSpPr txBox="1">
            <a:spLocks/>
          </p:cNvSpPr>
          <p:nvPr/>
        </p:nvSpPr>
        <p:spPr>
          <a:xfrm>
            <a:off x="482600" y="1233496"/>
            <a:ext cx="6788493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Condition Embedder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역할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입력 조건으로 주어진 복합 강수량 스칼라 값을 고차원 벡터로 </a:t>
            </a:r>
            <a:r>
              <a:rPr lang="ko-KR" altLang="en-US" sz="1600" dirty="0" err="1"/>
              <a:t>임베딩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복합 조건식 </a:t>
            </a:r>
            <a:r>
              <a:rPr lang="en-US" altLang="ko-KR" sz="2000" dirty="0"/>
              <a:t>(C)</a:t>
            </a:r>
          </a:p>
          <a:p>
            <a:pPr lvl="2">
              <a:lnSpc>
                <a:spcPct val="100000"/>
              </a:lnSpc>
            </a:pPr>
            <a:r>
              <a:rPr lang="en-US" altLang="ko-KR" sz="1600" dirty="0"/>
              <a:t>1</a:t>
            </a:r>
            <a:r>
              <a:rPr lang="ko-KR" altLang="en-US" sz="1600" dirty="0"/>
              <a:t>시간</a:t>
            </a:r>
            <a:r>
              <a:rPr lang="en-US" altLang="ko-KR" sz="1600" dirty="0"/>
              <a:t>, 3</a:t>
            </a:r>
            <a:r>
              <a:rPr lang="ko-KR" altLang="en-US" sz="1600" dirty="0"/>
              <a:t>시간</a:t>
            </a:r>
            <a:r>
              <a:rPr lang="en-US" altLang="ko-KR" sz="1600" dirty="0"/>
              <a:t>, 5</a:t>
            </a:r>
            <a:r>
              <a:rPr lang="ko-KR" altLang="en-US" sz="1600" dirty="0"/>
              <a:t>시간 누적 강수량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en-US" altLang="ko-KR" sz="1600" dirty="0"/>
              <a:t>C = 0.5R</a:t>
            </a:r>
            <a:r>
              <a:rPr lang="en-US" altLang="ko-KR" sz="1000" dirty="0"/>
              <a:t>1</a:t>
            </a:r>
            <a:r>
              <a:rPr lang="en-US" altLang="ko-KR" sz="1600" dirty="0"/>
              <a:t> + 0.3R</a:t>
            </a:r>
            <a:r>
              <a:rPr lang="en-US" altLang="ko-KR" sz="1000" dirty="0"/>
              <a:t>3</a:t>
            </a:r>
            <a:r>
              <a:rPr lang="en-US" altLang="ko-KR" sz="1600" dirty="0"/>
              <a:t> + 0.2R</a:t>
            </a:r>
            <a:r>
              <a:rPr lang="en-US" altLang="ko-KR" sz="1000" dirty="0"/>
              <a:t>5</a:t>
            </a:r>
          </a:p>
          <a:p>
            <a:pPr lvl="2">
              <a:lnSpc>
                <a:spcPct val="100000"/>
              </a:lnSpc>
            </a:pPr>
            <a:r>
              <a:rPr lang="en-US" altLang="ko-KR" sz="1600" dirty="0"/>
              <a:t>(C)</a:t>
            </a:r>
            <a:r>
              <a:rPr lang="ko-KR" altLang="en-US" sz="1600" dirty="0"/>
              <a:t> 조건식 정규화 이후  조건 벡터로 사용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조건 벡터는  </a:t>
            </a:r>
            <a:r>
              <a:rPr lang="en-US" altLang="ko-KR" sz="1600" dirty="0"/>
              <a:t>Condition Embedder</a:t>
            </a:r>
            <a:r>
              <a:rPr lang="ko-KR" altLang="en-US" sz="1600" dirty="0"/>
              <a:t>를 통해  다차원 </a:t>
            </a:r>
            <a:r>
              <a:rPr lang="en-US" altLang="ko-KR" sz="1600" dirty="0"/>
              <a:t>Feature Map</a:t>
            </a:r>
            <a:r>
              <a:rPr lang="ko-KR" altLang="en-US" sz="1600" dirty="0"/>
              <a:t>으로 변환되어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FiLM</a:t>
            </a:r>
            <a:r>
              <a:rPr lang="en-US" altLang="ko-KR" sz="1600" dirty="0"/>
              <a:t> </a:t>
            </a:r>
            <a:r>
              <a:rPr lang="ko-KR" altLang="en-US" sz="1600" dirty="0"/>
              <a:t>모듈에 전달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효과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단순한 조건 병합 방식보다 더 정밀한 조건 정보 반영 가능</a:t>
            </a:r>
            <a:endParaRPr lang="en-US" altLang="ko-KR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097E6-51A0-D0D4-ADDB-0DAAF7A6DFFA}"/>
              </a:ext>
            </a:extLst>
          </p:cNvPr>
          <p:cNvSpPr txBox="1"/>
          <p:nvPr/>
        </p:nvSpPr>
        <p:spPr>
          <a:xfrm>
            <a:off x="8431050" y="5674481"/>
            <a:ext cx="24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Rain2FloodNet</a:t>
            </a:r>
            <a:r>
              <a:rPr lang="ko-KR" altLang="en-US" dirty="0"/>
              <a:t>구조도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BB66F2F-6302-206F-4696-B2220009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6CE1E3-CDDA-9154-02EE-E34B20F64937}"/>
              </a:ext>
            </a:extLst>
          </p:cNvPr>
          <p:cNvSpPr/>
          <p:nvPr/>
        </p:nvSpPr>
        <p:spPr>
          <a:xfrm>
            <a:off x="9109275" y="2164466"/>
            <a:ext cx="1736203" cy="532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76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5B0BB-7E4B-9EA1-F63F-D21AAE02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E5D3A5-F053-FE46-3E4E-5C68EA564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F727B1-37F6-6E8B-5F1F-1326236B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E0EBF9-5C66-BC54-9EE7-39CA0A9407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8142F4-D794-40EE-4615-815654091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522C3C33-D033-514C-0BE7-1AA6DB3840DA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6788493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Feature-wise Linear Modulation (</a:t>
            </a:r>
            <a:r>
              <a:rPr lang="en-US" altLang="ko-KR" b="1" dirty="0" err="1"/>
              <a:t>FiLM</a:t>
            </a:r>
            <a:r>
              <a:rPr lang="en-US" altLang="ko-KR" b="1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역할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조건 </a:t>
            </a:r>
            <a:r>
              <a:rPr lang="ko-KR" altLang="en-US" sz="1600" dirty="0" err="1"/>
              <a:t>임베딩</a:t>
            </a:r>
            <a:r>
              <a:rPr lang="ko-KR" altLang="en-US" sz="1600" dirty="0"/>
              <a:t> 벡터를 바탕으로 각 계층의 </a:t>
            </a:r>
            <a:r>
              <a:rPr lang="en-US" altLang="ko-KR" sz="1600" dirty="0"/>
              <a:t>feature map</a:t>
            </a:r>
            <a:r>
              <a:rPr lang="ko-KR" altLang="en-US" sz="1600" dirty="0"/>
              <a:t>에 대해 </a:t>
            </a:r>
            <a:endParaRPr lang="en-US" altLang="ko-KR" sz="16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ko-KR" sz="1600" dirty="0"/>
              <a:t>     </a:t>
            </a:r>
            <a:r>
              <a:rPr lang="ko-KR" altLang="en-US" sz="1600" dirty="0"/>
              <a:t>스케일 및 </a:t>
            </a:r>
            <a:r>
              <a:rPr lang="ko-KR" altLang="en-US" sz="1600" dirty="0" err="1"/>
              <a:t>쉬프트</a:t>
            </a:r>
            <a:r>
              <a:rPr lang="ko-KR" altLang="en-US" sz="1600" dirty="0"/>
              <a:t> 파라미터 생성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 err="1"/>
              <a:t>생성기</a:t>
            </a:r>
            <a:r>
              <a:rPr lang="ko-KR" altLang="en-US" sz="1600" dirty="0"/>
              <a:t> 내부의 각 인코더 및 </a:t>
            </a:r>
            <a:r>
              <a:rPr lang="ko-KR" altLang="en-US" sz="1600" dirty="0" err="1"/>
              <a:t>디코더</a:t>
            </a:r>
            <a:r>
              <a:rPr lang="ko-KR" altLang="en-US" sz="1600" dirty="0"/>
              <a:t> 블록에 조건 기반 </a:t>
            </a:r>
            <a:r>
              <a:rPr lang="en-US" altLang="ko-KR" sz="1600" dirty="0"/>
              <a:t>modulation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동일한 입력 지도 이미지라도 주어진 강수 조건</a:t>
            </a:r>
            <a:r>
              <a:rPr lang="en-US" altLang="ko-KR" sz="1600" dirty="0"/>
              <a:t>(C)</a:t>
            </a:r>
            <a:r>
              <a:rPr lang="ko-KR" altLang="en-US" sz="1600" dirty="0"/>
              <a:t>에 따라 침수 범위 및 패턴이 유동적으로 조정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효과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조건 정보가 </a:t>
            </a:r>
            <a:r>
              <a:rPr lang="ko-KR" altLang="en-US" sz="1600" dirty="0" err="1"/>
              <a:t>생성기</a:t>
            </a:r>
            <a:r>
              <a:rPr lang="ko-KR" altLang="en-US" sz="1600" dirty="0"/>
              <a:t> 전반에 걸쳐 일관되게 반영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1CD9C-ACF2-90F1-A7AD-92BCA4DAAA1C}"/>
              </a:ext>
            </a:extLst>
          </p:cNvPr>
          <p:cNvSpPr txBox="1"/>
          <p:nvPr/>
        </p:nvSpPr>
        <p:spPr>
          <a:xfrm>
            <a:off x="8431050" y="5674481"/>
            <a:ext cx="24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Rain2FloodNet</a:t>
            </a:r>
            <a:r>
              <a:rPr lang="ko-KR" altLang="en-US" dirty="0"/>
              <a:t>구조도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3567B2-80E0-402C-6EBE-1AF375760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43FDE1E-2A2B-F1F7-C8D2-2E3788CB30F9}"/>
              </a:ext>
            </a:extLst>
          </p:cNvPr>
          <p:cNvSpPr/>
          <p:nvPr/>
        </p:nvSpPr>
        <p:spPr>
          <a:xfrm>
            <a:off x="10069971" y="2916824"/>
            <a:ext cx="902829" cy="451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556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DF62-F037-8C3E-B72A-6A858DDE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44F237-B15F-2650-DA33-32FB584C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0413B23-046B-26FE-9D35-49BA9BB0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77DD3D-89CD-D86F-EA88-04374858AC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186E11-3359-0021-A843-64CF9647FA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703B9924-B14A-9AB8-AC95-44F02742E25D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6788493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Minibatch Discrimination(MBD)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역할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판별기의 마지막 단계에 추가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같은 배치 내의 샘플 간 </a:t>
            </a:r>
            <a:r>
              <a:rPr lang="en-US" altLang="ko-KR" sz="1600" dirty="0"/>
              <a:t>pairwise </a:t>
            </a:r>
            <a:r>
              <a:rPr lang="ko-KR" altLang="en-US" sz="1600" dirty="0"/>
              <a:t>차이를 계산 이를 통해 생성 이미지의 다양성을 판별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침수흔적도 생성 문제는 대부분의 영역이 침수되지 않은 배경으로 구성되어 있음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이러한 문제는 학습 중 생성 모델이 빈번하게 단일한 출력을 반복 생성하는 </a:t>
            </a:r>
            <a:r>
              <a:rPr lang="en-US" altLang="ko-KR" sz="1600" dirty="0"/>
              <a:t>mode collapse </a:t>
            </a:r>
            <a:r>
              <a:rPr lang="ko-KR" altLang="en-US" sz="1600" dirty="0"/>
              <a:t>현상 발생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효과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en-US" altLang="ko-KR" sz="1600" dirty="0"/>
              <a:t>MBD </a:t>
            </a:r>
            <a:r>
              <a:rPr lang="ko-KR" altLang="en-US" sz="1600" dirty="0"/>
              <a:t>모듈은 </a:t>
            </a:r>
            <a:r>
              <a:rPr lang="en-US" altLang="ko-KR" sz="1600" dirty="0"/>
              <a:t>mode collapse </a:t>
            </a:r>
            <a:r>
              <a:rPr lang="ko-KR" altLang="en-US" sz="1600" dirty="0"/>
              <a:t>현상 방지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서로 다른 조건 입력에 따른 침수 양상 차이를 효과적으로 반영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4024F-F475-74DF-ED30-0C8F6921D30C}"/>
              </a:ext>
            </a:extLst>
          </p:cNvPr>
          <p:cNvSpPr txBox="1"/>
          <p:nvPr/>
        </p:nvSpPr>
        <p:spPr>
          <a:xfrm>
            <a:off x="8431050" y="5674481"/>
            <a:ext cx="24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Rain2FloodNet</a:t>
            </a:r>
            <a:r>
              <a:rPr lang="ko-KR" altLang="en-US" dirty="0"/>
              <a:t>구조도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7D2B55-7B23-1C48-CCCF-6A249C9B8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962C93B-BDA6-B11B-6240-E921C17F6104}"/>
              </a:ext>
            </a:extLst>
          </p:cNvPr>
          <p:cNvSpPr/>
          <p:nvPr/>
        </p:nvSpPr>
        <p:spPr>
          <a:xfrm>
            <a:off x="10463514" y="4317357"/>
            <a:ext cx="1692537" cy="6250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286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6B178C-D173-E018-0179-174CBBAF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9ED9D1-4650-6118-03B3-4E958D20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89948-17BD-68DB-5A9F-FAA425A9A4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E09595-F1CE-FDA0-A823-284F5D9B75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Rain2FloodNet</a:t>
            </a:r>
            <a:endParaRPr lang="ko-KR" altLang="en-US" dirty="0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C3D6C88F-DC5D-99B4-3424-61E864F8D901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6788493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Condition Regressor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역할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생성된 침수 이미지를 입력으로 받아 원래의 강수 조건을 회귀 예측하는 보조 회귀 네트워크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학습 방식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회귀 결과와 실제 </a:t>
            </a:r>
            <a:r>
              <a:rPr lang="ko-KR" altLang="en-US" sz="1600" dirty="0" err="1"/>
              <a:t>조건값</a:t>
            </a:r>
            <a:r>
              <a:rPr lang="ko-KR" altLang="en-US" sz="1600" dirty="0"/>
              <a:t> 간의 </a:t>
            </a:r>
            <a:r>
              <a:rPr lang="en-US" altLang="ko-KR" sz="1600" dirty="0"/>
              <a:t>Mean Squared Error(MSE)</a:t>
            </a:r>
            <a:r>
              <a:rPr lang="ko-KR" altLang="en-US" sz="1600" dirty="0"/>
              <a:t>를 손실로 정의하여 생성기에 </a:t>
            </a:r>
            <a:r>
              <a:rPr lang="ko-KR" altLang="en-US" sz="1600" dirty="0" err="1"/>
              <a:t>역전파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효과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생성 결과의 조건 일관성 강화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B95F6-4CC8-5C76-E9EB-A0C57A4943C5}"/>
              </a:ext>
            </a:extLst>
          </p:cNvPr>
          <p:cNvSpPr txBox="1"/>
          <p:nvPr/>
        </p:nvSpPr>
        <p:spPr>
          <a:xfrm>
            <a:off x="8431050" y="5674481"/>
            <a:ext cx="24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Rain2FloodNet</a:t>
            </a:r>
            <a:r>
              <a:rPr lang="ko-KR" altLang="en-US" dirty="0"/>
              <a:t>구조도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5FA584-7F36-9C2E-41CC-F4B889AC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93" y="1832045"/>
            <a:ext cx="4896533" cy="374384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FCCECF4-9377-F20B-B0ED-6629DDBD1952}"/>
              </a:ext>
            </a:extLst>
          </p:cNvPr>
          <p:cNvSpPr/>
          <p:nvPr/>
        </p:nvSpPr>
        <p:spPr>
          <a:xfrm>
            <a:off x="7115055" y="4166886"/>
            <a:ext cx="1736203" cy="6250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1313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D459C6-C36E-4BA6-3552-29BB03568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DA64C79-77CE-58D6-CE4A-CFB73325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026236-8BBC-0491-4B3C-7A5494D057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2EED0B-F4D9-6C3A-CA4C-B697798085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성능평가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EA553F4-D357-EE7F-13AE-52E968BC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09" y="2154840"/>
            <a:ext cx="5475074" cy="345973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EB2975F1-4073-B182-2245-6CCA88ABF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425" y="2154840"/>
            <a:ext cx="5475074" cy="345973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6CBE1E-35F4-A495-ED18-9857160E05A0}"/>
              </a:ext>
            </a:extLst>
          </p:cNvPr>
          <p:cNvSpPr txBox="1"/>
          <p:nvPr/>
        </p:nvSpPr>
        <p:spPr>
          <a:xfrm>
            <a:off x="1516942" y="5783105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 </a:t>
            </a:r>
            <a:r>
              <a:rPr lang="en-US" altLang="ko-KR" dirty="0" err="1"/>
              <a:t>cGan</a:t>
            </a:r>
            <a:r>
              <a:rPr lang="ko-KR" altLang="en-US" dirty="0"/>
              <a:t>모델 생성 이미지 예시</a:t>
            </a: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68FEF6BE-F3BF-59F0-51CB-9790C5DA246E}"/>
              </a:ext>
            </a:extLst>
          </p:cNvPr>
          <p:cNvSpPr txBox="1">
            <a:spLocks/>
          </p:cNvSpPr>
          <p:nvPr/>
        </p:nvSpPr>
        <p:spPr>
          <a:xfrm>
            <a:off x="482600" y="1233496"/>
            <a:ext cx="6788493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생성 이미지 예시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7E3440-4B7E-B781-2FE0-F612A3A48421}"/>
              </a:ext>
            </a:extLst>
          </p:cNvPr>
          <p:cNvSpPr txBox="1"/>
          <p:nvPr/>
        </p:nvSpPr>
        <p:spPr>
          <a:xfrm>
            <a:off x="7637879" y="5824273"/>
            <a:ext cx="359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</a:t>
            </a:r>
            <a:r>
              <a:rPr lang="ko-KR" altLang="en-US" dirty="0"/>
              <a:t>모델 생성 이미지 예시</a:t>
            </a:r>
          </a:p>
        </p:txBody>
      </p:sp>
    </p:spTree>
    <p:extLst>
      <p:ext uri="{BB962C8B-B14F-4D97-AF65-F5344CB8AC3E}">
        <p14:creationId xmlns:p14="http://schemas.microsoft.com/office/powerpoint/2010/main" val="1369055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EFD065-D712-3BC6-F90F-19647EC6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42AEF0-1F65-7F6E-E26F-5E6775F6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DD3738-E5B3-74BD-571C-AF5C3809E0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B4400A-FA99-1508-B0A4-08E050FEE0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성능평가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CA4EC08-7A4E-37D0-FDB2-531A1F47865F}"/>
              </a:ext>
            </a:extLst>
          </p:cNvPr>
          <p:cNvSpPr txBox="1">
            <a:spLocks/>
          </p:cNvSpPr>
          <p:nvPr/>
        </p:nvSpPr>
        <p:spPr>
          <a:xfrm>
            <a:off x="482600" y="1245070"/>
            <a:ext cx="8619836" cy="531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평가지표</a:t>
            </a:r>
            <a:endParaRPr lang="en-US" altLang="ko-KR" b="1" dirty="0"/>
          </a:p>
          <a:p>
            <a:pPr marL="457200" lvl="1" indent="0">
              <a:buNone/>
            </a:pPr>
            <a:r>
              <a:rPr lang="ko-KR" altLang="en-US" sz="3200" dirty="0"/>
              <a:t>🔍</a:t>
            </a:r>
            <a:r>
              <a:rPr lang="en-US" altLang="ko-KR" dirty="0"/>
              <a:t>PSNR(Peak Signal-to-Noise Ratio)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dirty="0"/>
              <a:t>생성 이미지와 참조 이미지간 픽셀 유사도를 </a:t>
            </a:r>
            <a:r>
              <a:rPr lang="ko-KR" altLang="en-US" dirty="0" err="1"/>
              <a:t>로그스케일로</a:t>
            </a:r>
            <a:r>
              <a:rPr lang="ko-KR" altLang="en-US" dirty="0"/>
              <a:t> 측정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sz="4000" dirty="0"/>
              <a:t>👁</a:t>
            </a:r>
            <a:r>
              <a:rPr lang="en-US" altLang="ko-KR" dirty="0"/>
              <a:t>SSIM(Structural Similarity Index)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dirty="0"/>
              <a:t>밝기</a:t>
            </a:r>
            <a:r>
              <a:rPr lang="en-US" altLang="ko-KR" dirty="0"/>
              <a:t>, </a:t>
            </a:r>
            <a:r>
              <a:rPr lang="ko-KR" altLang="en-US" dirty="0"/>
              <a:t>명암</a:t>
            </a:r>
            <a:r>
              <a:rPr lang="en-US" altLang="ko-KR" dirty="0"/>
              <a:t>, </a:t>
            </a:r>
            <a:r>
              <a:rPr lang="ko-KR" altLang="en-US" dirty="0"/>
              <a:t>질감 등 구조적 유사성 측정</a:t>
            </a:r>
            <a:endParaRPr lang="en-US" altLang="ko-KR" dirty="0"/>
          </a:p>
          <a:p>
            <a:pPr lvl="2">
              <a:buFont typeface="Wingdings" panose="05000000000000000000" pitchFamily="2" charset="2"/>
              <a:buChar char="§"/>
            </a:pPr>
            <a:endParaRPr lang="en-US" altLang="ko-KR" sz="100" dirty="0"/>
          </a:p>
          <a:p>
            <a:pPr marL="457200" lvl="1" indent="0">
              <a:buNone/>
            </a:pPr>
            <a:r>
              <a:rPr lang="ko-KR" altLang="en-US" sz="3200" dirty="0"/>
              <a:t>🗺️</a:t>
            </a:r>
            <a:r>
              <a:rPr lang="en-US" altLang="ko-KR" dirty="0" err="1"/>
              <a:t>miou_all</a:t>
            </a:r>
            <a:r>
              <a:rPr lang="en-US" altLang="ko-KR" dirty="0"/>
              <a:t>(mean Intersection over Union)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dirty="0"/>
              <a:t>전체클래스</a:t>
            </a:r>
            <a:r>
              <a:rPr lang="en-US" altLang="ko-KR" dirty="0"/>
              <a:t>(</a:t>
            </a:r>
            <a:r>
              <a:rPr lang="ko-KR" altLang="en-US" dirty="0"/>
              <a:t>침수</a:t>
            </a:r>
            <a:r>
              <a:rPr lang="en-US" altLang="ko-KR" dirty="0"/>
              <a:t>+</a:t>
            </a:r>
            <a:r>
              <a:rPr lang="ko-KR" altLang="en-US" dirty="0" err="1"/>
              <a:t>비침수</a:t>
            </a:r>
            <a:r>
              <a:rPr lang="en-US" altLang="ko-KR" dirty="0"/>
              <a:t>)</a:t>
            </a:r>
            <a:r>
              <a:rPr lang="ko-KR" altLang="en-US" dirty="0"/>
              <a:t>에 대한 평균</a:t>
            </a:r>
            <a:r>
              <a:rPr lang="en-US" altLang="ko-KR" dirty="0" err="1"/>
              <a:t>IoU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sz="200" dirty="0"/>
          </a:p>
          <a:p>
            <a:pPr marL="457200" lvl="1" indent="0">
              <a:buNone/>
            </a:pPr>
            <a:r>
              <a:rPr lang="ko-KR" altLang="en-US" dirty="0"/>
              <a:t>🎯</a:t>
            </a:r>
            <a:r>
              <a:rPr lang="en-US" altLang="ko-KR" dirty="0" err="1"/>
              <a:t>fg-miou</a:t>
            </a:r>
            <a:r>
              <a:rPr lang="en-US" altLang="ko-KR" dirty="0"/>
              <a:t>(foreground </a:t>
            </a:r>
            <a:r>
              <a:rPr lang="en-US" altLang="ko-KR" dirty="0" err="1"/>
              <a:t>mioU</a:t>
            </a:r>
            <a:r>
              <a:rPr lang="en-US" altLang="ko-KR" dirty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dirty="0"/>
              <a:t>침수</a:t>
            </a:r>
            <a:r>
              <a:rPr lang="en-US" altLang="ko-KR" dirty="0"/>
              <a:t>(</a:t>
            </a:r>
            <a:r>
              <a:rPr lang="ko-KR" altLang="en-US" dirty="0"/>
              <a:t>전경</a:t>
            </a:r>
            <a:r>
              <a:rPr lang="en-US" altLang="ko-KR" dirty="0"/>
              <a:t>) </a:t>
            </a:r>
            <a:r>
              <a:rPr lang="ko-KR" altLang="en-US" dirty="0"/>
              <a:t>영역에 대해서만 </a:t>
            </a:r>
            <a:r>
              <a:rPr lang="en-US" altLang="ko-KR" dirty="0" err="1"/>
              <a:t>IoU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2">
              <a:buFont typeface="Wingdings" panose="05000000000000000000" pitchFamily="2" charset="2"/>
              <a:buChar char="§"/>
            </a:pPr>
            <a:endParaRPr lang="en-US" altLang="ko-KR" sz="400" dirty="0"/>
          </a:p>
          <a:p>
            <a:pPr marL="457200" lvl="1" indent="0">
              <a:buNone/>
            </a:pPr>
            <a:r>
              <a:rPr lang="ko-KR" altLang="en-US" dirty="0"/>
              <a:t>🌈</a:t>
            </a:r>
            <a:r>
              <a:rPr lang="en-US" altLang="ko-KR" dirty="0"/>
              <a:t>Iou-Back,1~6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dirty="0"/>
              <a:t>침수 </a:t>
            </a:r>
            <a:r>
              <a:rPr lang="ko-KR" altLang="en-US" dirty="0" err="1"/>
              <a:t>강도별</a:t>
            </a:r>
            <a:r>
              <a:rPr lang="ko-KR" altLang="en-US" dirty="0"/>
              <a:t> </a:t>
            </a:r>
            <a:r>
              <a:rPr lang="en-US" altLang="ko-KR" dirty="0" err="1"/>
              <a:t>IoU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68331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5610DC-FDCF-9A4A-C9B2-DDCC4BAF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3DC733-DF4B-3EFB-32B7-AB13D73E424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F49EDB-E024-9391-CB18-521BA610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CCB0AB-1378-0A53-810B-CAE3494790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238BCC7-AA5A-ED51-83D3-C4B35918E0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성능평가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12E7C8F-38D5-7B8E-F9D7-9579C4F6E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582291"/>
              </p:ext>
            </p:extLst>
          </p:nvPr>
        </p:nvGraphicFramePr>
        <p:xfrm>
          <a:off x="7271093" y="1454005"/>
          <a:ext cx="4608126" cy="4530149"/>
        </p:xfrm>
        <a:graphic>
          <a:graphicData uri="http://schemas.openxmlformats.org/drawingml/2006/table">
            <a:tbl>
              <a:tblPr/>
              <a:tblGrid>
                <a:gridCol w="2433486">
                  <a:extLst>
                    <a:ext uri="{9D8B030D-6E8A-4147-A177-3AD203B41FA5}">
                      <a16:colId xmlns:a16="http://schemas.microsoft.com/office/drawing/2014/main" val="882645253"/>
                    </a:ext>
                  </a:extLst>
                </a:gridCol>
                <a:gridCol w="1203423">
                  <a:extLst>
                    <a:ext uri="{9D8B030D-6E8A-4147-A177-3AD203B41FA5}">
                      <a16:colId xmlns:a16="http://schemas.microsoft.com/office/drawing/2014/main" val="1832316031"/>
                    </a:ext>
                  </a:extLst>
                </a:gridCol>
                <a:gridCol w="971217">
                  <a:extLst>
                    <a:ext uri="{9D8B030D-6E8A-4147-A177-3AD203B41FA5}">
                      <a16:colId xmlns:a16="http://schemas.microsoft.com/office/drawing/2014/main" val="260979951"/>
                    </a:ext>
                  </a:extLst>
                </a:gridCol>
              </a:tblGrid>
              <a:tr h="5280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800" b="1" kern="0" spc="-30" dirty="0">
                          <a:solidFill>
                            <a:srgbClr val="000000"/>
                          </a:solidFill>
                          <a:effectLst/>
                          <a:latin typeface="명조"/>
                          <a:ea typeface="명조"/>
                        </a:rPr>
                        <a:t>Model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ko-KR" alt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제안하는 모델</a:t>
                      </a:r>
                      <a:endParaRPr lang="ko-KR" alt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 dirty="0" err="1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cGan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403422"/>
                  </a:ext>
                </a:extLst>
              </a:tr>
              <a:tr h="3029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800" b="1" kern="0" spc="-30">
                          <a:solidFill>
                            <a:srgbClr val="000000"/>
                          </a:solidFill>
                          <a:effectLst/>
                          <a:latin typeface="명조"/>
                          <a:ea typeface="명조"/>
                        </a:rPr>
                        <a:t>PSNR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36.58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36.33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964520"/>
                  </a:ext>
                </a:extLst>
              </a:tr>
              <a:tr h="3029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800" b="1" kern="0" spc="-30">
                          <a:solidFill>
                            <a:srgbClr val="000000"/>
                          </a:solidFill>
                          <a:effectLst/>
                          <a:latin typeface="명조"/>
                          <a:ea typeface="명조"/>
                        </a:rPr>
                        <a:t>SSIM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0.9989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0.9987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626426"/>
                  </a:ext>
                </a:extLst>
              </a:tr>
              <a:tr h="3029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800" b="1" kern="0" spc="-30">
                          <a:solidFill>
                            <a:srgbClr val="000000"/>
                          </a:solidFill>
                          <a:effectLst/>
                          <a:latin typeface="명조"/>
                          <a:ea typeface="명조"/>
                        </a:rPr>
                        <a:t>mIoU_all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0.1660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0.1428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74773"/>
                  </a:ext>
                </a:extLst>
              </a:tr>
              <a:tr h="3029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800" b="1" kern="0" spc="-30">
                          <a:solidFill>
                            <a:srgbClr val="000000"/>
                          </a:solidFill>
                          <a:effectLst/>
                          <a:latin typeface="명조"/>
                          <a:ea typeface="명조"/>
                        </a:rPr>
                        <a:t>fg-mIoU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0.0316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0.0006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201670"/>
                  </a:ext>
                </a:extLst>
              </a:tr>
              <a:tr h="3501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800" b="1" kern="0" spc="-30">
                          <a:solidFill>
                            <a:srgbClr val="000000"/>
                          </a:solidFill>
                          <a:effectLst/>
                          <a:latin typeface="명조"/>
                          <a:ea typeface="명조"/>
                        </a:rPr>
                        <a:t>Best IoU-Grade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0.1662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0.0033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690369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IoU-Back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0.9998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0.9997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86825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IoU-Grade1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0.1662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008303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IoU-Grade2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0.1557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0.0033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429524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IoU-Grade3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580355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IoU-Grade4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0.0238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839166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IoU-Grade5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43907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IoU-Grade6</a:t>
                      </a:r>
                      <a:endParaRPr lang="en-US" sz="3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0.0151</a:t>
                      </a:r>
                      <a:endParaRPr lang="en-US" sz="36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3000"/>
                        </a:lnSpc>
                        <a:buNone/>
                      </a:pPr>
                      <a:r>
                        <a:rPr lang="en-US" sz="1600" b="1" kern="0" spc="-80" dirty="0">
                          <a:solidFill>
                            <a:srgbClr val="000000"/>
                          </a:solidFill>
                          <a:effectLst/>
                          <a:latin typeface="고딕"/>
                          <a:ea typeface="고딕"/>
                        </a:rPr>
                        <a:t>0.0000</a:t>
                      </a:r>
                      <a:endParaRPr lang="en-US" sz="3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313193"/>
                  </a:ext>
                </a:extLst>
              </a:tr>
            </a:tbl>
          </a:graphicData>
        </a:graphic>
      </p:graphicFrame>
      <p:sp>
        <p:nvSpPr>
          <p:cNvPr id="10" name="텍스트 개체 틀 6">
            <a:extLst>
              <a:ext uri="{FF2B5EF4-FFF2-40B4-BE49-F238E27FC236}">
                <a16:creationId xmlns:a16="http://schemas.microsoft.com/office/drawing/2014/main" id="{21BA3DE0-D77A-D6B2-A56A-ADDC16C13A33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6788493" cy="487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성능평가</a:t>
            </a:r>
            <a:endParaRPr lang="en-US" altLang="ko-KR" b="1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전역 품질 지표</a:t>
            </a:r>
            <a:r>
              <a:rPr lang="en-US" altLang="ko-KR" sz="2000" dirty="0"/>
              <a:t>(PSNR, SSIM)</a:t>
            </a:r>
            <a:r>
              <a:rPr lang="ko-KR" altLang="en-US" sz="2000" dirty="0"/>
              <a:t>학습 방식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두 모델 모두 배경의 비중이 높아 모두 높은 수치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침수 영역 분할 성능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mIoU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fg-mIoU</a:t>
            </a:r>
            <a:r>
              <a:rPr lang="en-US" altLang="ko-KR" sz="2000" dirty="0"/>
              <a:t>)</a:t>
            </a:r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침수 영역의 예측 성능에서 제안 모델이 </a:t>
            </a:r>
            <a:r>
              <a:rPr lang="en-US" altLang="ko-KR" sz="1600" dirty="0" err="1"/>
              <a:t>cGAN</a:t>
            </a:r>
            <a:r>
              <a:rPr lang="en-US" altLang="ko-KR" sz="1600" dirty="0"/>
              <a:t> </a:t>
            </a:r>
            <a:r>
              <a:rPr lang="ko-KR" altLang="en-US" sz="1600" dirty="0"/>
              <a:t>대비 우수함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침수 </a:t>
            </a:r>
            <a:r>
              <a:rPr lang="en-US" altLang="ko-KR" sz="2000" dirty="0"/>
              <a:t>Grade</a:t>
            </a:r>
            <a:r>
              <a:rPr lang="ko-KR" altLang="en-US" sz="2000" dirty="0"/>
              <a:t>별 개별 </a:t>
            </a:r>
            <a:r>
              <a:rPr lang="en-US" altLang="ko-KR" sz="2000" dirty="0" err="1"/>
              <a:t>IoU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제안 모델이 </a:t>
            </a:r>
            <a:r>
              <a:rPr lang="en-US" altLang="ko-KR" sz="1600" dirty="0"/>
              <a:t>Grade 1, 2</a:t>
            </a:r>
            <a:r>
              <a:rPr lang="ko-KR" altLang="en-US" sz="1600" dirty="0"/>
              <a:t>에서 유의미한 예측 가능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제안 모델이 </a:t>
            </a:r>
            <a:r>
              <a:rPr lang="en-US" altLang="ko-KR" sz="1600" dirty="0"/>
              <a:t>Grade</a:t>
            </a:r>
            <a:r>
              <a:rPr lang="ko-KR" altLang="en-US" sz="1600" dirty="0"/>
              <a:t> </a:t>
            </a:r>
            <a:r>
              <a:rPr lang="en-US" altLang="ko-KR" sz="1600" dirty="0"/>
              <a:t>4,</a:t>
            </a:r>
            <a:r>
              <a:rPr lang="ko-KR" altLang="en-US" sz="1600" dirty="0"/>
              <a:t> </a:t>
            </a:r>
            <a:r>
              <a:rPr lang="en-US" altLang="ko-KR" sz="1600" dirty="0"/>
              <a:t>6</a:t>
            </a:r>
            <a:r>
              <a:rPr lang="ko-KR" altLang="en-US" sz="1600" dirty="0"/>
              <a:t>에서 예측 성능이 더 높음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en-US" altLang="ko-KR" sz="1600" dirty="0"/>
              <a:t>Grade 3, 5</a:t>
            </a:r>
            <a:r>
              <a:rPr lang="ko-KR" altLang="en-US" sz="1600" dirty="0"/>
              <a:t>의 발생사례가 없어 판단 불가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22626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18C9EF-9541-B097-E512-750A67BF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EE5656-85CF-808E-A85E-C3FD341B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836B0F-9B18-81F4-529E-986EC786A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B793587-D29E-A1F8-46AB-4016055159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결론 및 향후연구</a:t>
            </a:r>
          </a:p>
          <a:p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57DB74F8-B3F4-4D77-BA1C-D19981004797}"/>
              </a:ext>
            </a:extLst>
          </p:cNvPr>
          <p:cNvSpPr txBox="1">
            <a:spLocks/>
          </p:cNvSpPr>
          <p:nvPr/>
        </p:nvSpPr>
        <p:spPr>
          <a:xfrm>
            <a:off x="482600" y="1245071"/>
            <a:ext cx="6033947" cy="2994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결론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 err="1"/>
              <a:t>cGAN</a:t>
            </a:r>
            <a:r>
              <a:rPr lang="ko-KR" altLang="en-US" sz="2000" dirty="0"/>
              <a:t> 기반 침수 예측 모델 제안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en-US" altLang="ko-KR" sz="2000" dirty="0" err="1"/>
              <a:t>FiLM</a:t>
            </a:r>
            <a:r>
              <a:rPr lang="en-US" altLang="ko-KR" sz="2000" dirty="0"/>
              <a:t> </a:t>
            </a:r>
            <a:r>
              <a:rPr lang="ko-KR" altLang="en-US" sz="2000" dirty="0"/>
              <a:t>레이어를 적용한 </a:t>
            </a:r>
            <a:r>
              <a:rPr lang="en-US" altLang="ko-KR" sz="2000" dirty="0"/>
              <a:t>Pix2Pix </a:t>
            </a:r>
            <a:r>
              <a:rPr lang="ko-KR" altLang="en-US" sz="2000" dirty="0"/>
              <a:t>기반 구조 활용</a:t>
            </a:r>
            <a:endParaRPr lang="en-US" altLang="ko-KR" sz="2000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조건 변화에 따른 </a:t>
            </a:r>
            <a:r>
              <a:rPr lang="en-US" altLang="ko-KR" sz="1600" dirty="0"/>
              <a:t>feature modulation </a:t>
            </a:r>
            <a:r>
              <a:rPr lang="ko-KR" altLang="en-US" sz="1600" dirty="0"/>
              <a:t>성능을 향상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강수량 조건에 따른 침수 양상 재현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침수 지역 확장 및 축소 패턴 일관적 생성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다양한 강수 시나리오에 대한 시뮬레이션 도구로서의 활용 가능성 제시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CC57C-8BFE-5429-BC93-73CC40383A0B}"/>
              </a:ext>
            </a:extLst>
          </p:cNvPr>
          <p:cNvSpPr txBox="1"/>
          <p:nvPr/>
        </p:nvSpPr>
        <p:spPr>
          <a:xfrm>
            <a:off x="7972824" y="5535585"/>
            <a:ext cx="24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Rain2FloodNet</a:t>
            </a:r>
            <a:r>
              <a:rPr lang="ko-KR" altLang="en-US" dirty="0"/>
              <a:t>구조도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BF8D0DD-C565-EE0E-73A8-B1B1EB17D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867" y="1693149"/>
            <a:ext cx="4896533" cy="3743847"/>
          </a:xfrm>
          <a:prstGeom prst="rect">
            <a:avLst/>
          </a:prstGeom>
        </p:spPr>
      </p:pic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9A2DDB5D-0ADA-B278-C8D8-9D194E695B8E}"/>
              </a:ext>
            </a:extLst>
          </p:cNvPr>
          <p:cNvSpPr txBox="1">
            <a:spLocks/>
          </p:cNvSpPr>
          <p:nvPr/>
        </p:nvSpPr>
        <p:spPr>
          <a:xfrm>
            <a:off x="454365" y="4377059"/>
            <a:ext cx="6062182" cy="1826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향후연구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대규모 데이터셋 생성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DEM, </a:t>
            </a:r>
            <a:r>
              <a:rPr lang="ko-KR" altLang="en-US" sz="2000" dirty="0"/>
              <a:t>배수 정보와 같은 환경 정보 반영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생성 결과 품질 향상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90153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F9103AE-473A-35D0-3604-96D871D13654}"/>
              </a:ext>
            </a:extLst>
          </p:cNvPr>
          <p:cNvSpPr txBox="1">
            <a:spLocks/>
          </p:cNvSpPr>
          <p:nvPr/>
        </p:nvSpPr>
        <p:spPr>
          <a:xfrm>
            <a:off x="482600" y="1245070"/>
            <a:ext cx="8619836" cy="531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논문 진행 현황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정보과학회 논문 투고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 err="1"/>
              <a:t>한국콘텐츠학회</a:t>
            </a:r>
            <a:r>
              <a:rPr lang="ko-KR" altLang="en-US" dirty="0"/>
              <a:t> 논문 투고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E4E430-B591-DBD4-B9BE-7A75ADC7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2025-05-29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256AB3-F903-B659-9AEA-089829A9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48657B-5DE8-BEBF-F0BC-C38A441BAE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A5279B-59E4-EFFF-60F2-BF06C0DC95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참고사항</a:t>
            </a:r>
          </a:p>
        </p:txBody>
      </p:sp>
    </p:spTree>
    <p:extLst>
      <p:ext uri="{BB962C8B-B14F-4D97-AF65-F5344CB8AC3E}">
        <p14:creationId xmlns:p14="http://schemas.microsoft.com/office/powerpoint/2010/main" val="4141248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C73F1-7A4B-4354-9D5D-098C6872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71B348-EC7A-7E33-CCF8-43D607C7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2024-05-29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06C8EF-C024-47F9-F60E-69FB599F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845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5">
      <a:majorFont>
        <a:latin typeface="D2Coding"/>
        <a:ea typeface="나눔스퀘어 네오 Regular"/>
        <a:cs typeface=""/>
      </a:majorFont>
      <a:minorFont>
        <a:latin typeface="D2Coding"/>
        <a:ea typeface="나눔스퀘어 네오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6190</TotalTime>
  <Words>1298</Words>
  <Application>Microsoft Office PowerPoint</Application>
  <PresentationFormat>와이드스크린</PresentationFormat>
  <Paragraphs>413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Asia신명조</vt:lpstr>
      <vt:lpstr>D2Coding</vt:lpstr>
      <vt:lpstr>고딕</vt:lpstr>
      <vt:lpstr>나눔스퀘어 네오 Regular</vt:lpstr>
      <vt:lpstr>맑은 고딕</vt:lpstr>
      <vt:lpstr>명조</vt:lpstr>
      <vt:lpstr>한양신명조</vt:lpstr>
      <vt:lpstr>Arial</vt:lpstr>
      <vt:lpstr>Wingdings</vt:lpstr>
      <vt:lpstr>Office 테마</vt:lpstr>
      <vt:lpstr>Rain2FloodNet-실시간 침수 흔적도 생성 모델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박민철</dc:creator>
  <cp:lastModifiedBy>서현우</cp:lastModifiedBy>
  <cp:revision>87</cp:revision>
  <dcterms:created xsi:type="dcterms:W3CDTF">2024-05-18T08:30:52Z</dcterms:created>
  <dcterms:modified xsi:type="dcterms:W3CDTF">2026-05-07T19:58:53Z</dcterms:modified>
</cp:coreProperties>
</file>